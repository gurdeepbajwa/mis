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4"/>
  </p:notesMasterIdLst>
  <p:sldIdLst>
    <p:sldId id="256" r:id="rId2"/>
    <p:sldId id="3561" r:id="rId3"/>
    <p:sldId id="259" r:id="rId4"/>
    <p:sldId id="3568" r:id="rId5"/>
    <p:sldId id="3544" r:id="rId6"/>
    <p:sldId id="3547" r:id="rId7"/>
    <p:sldId id="3563" r:id="rId8"/>
    <p:sldId id="3566" r:id="rId9"/>
    <p:sldId id="3556" r:id="rId10"/>
    <p:sldId id="3554" r:id="rId11"/>
    <p:sldId id="3565" r:id="rId12"/>
    <p:sldId id="3567" r:id="rId13"/>
    <p:sldId id="3555" r:id="rId14"/>
    <p:sldId id="3538" r:id="rId15"/>
    <p:sldId id="3540" r:id="rId16"/>
    <p:sldId id="3572" r:id="rId17"/>
    <p:sldId id="3569" r:id="rId18"/>
    <p:sldId id="3571" r:id="rId19"/>
    <p:sldId id="3570" r:id="rId20"/>
    <p:sldId id="3573" r:id="rId21"/>
    <p:sldId id="3533" r:id="rId22"/>
    <p:sldId id="355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0E1"/>
    <a:srgbClr val="E15F3B"/>
    <a:srgbClr val="CC0099"/>
    <a:srgbClr val="F6D934"/>
    <a:srgbClr val="4BACC6"/>
    <a:srgbClr val="FF9933"/>
    <a:srgbClr val="99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11" autoAdjust="0"/>
    <p:restoredTop sz="82454"/>
  </p:normalViewPr>
  <p:slideViewPr>
    <p:cSldViewPr snapToGrid="0">
      <p:cViewPr>
        <p:scale>
          <a:sx n="81" d="100"/>
          <a:sy n="81" d="100"/>
        </p:scale>
        <p:origin x="1600" y="5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shika Bahl" userId="06a7e724-d889-4b93-b11d-e1aab9f62189" providerId="ADAL" clId="{513EC036-00EC-5314-8CF9-46AE8999ABCA}"/>
    <pc:docChg chg="undo custSel addSld delSld modSld sldOrd">
      <pc:chgData name="Rashika Bahl" userId="06a7e724-d889-4b93-b11d-e1aab9f62189" providerId="ADAL" clId="{513EC036-00EC-5314-8CF9-46AE8999ABCA}" dt="2026-09-21T03:55:30.770" v="3703" actId="20577"/>
      <pc:docMkLst>
        <pc:docMk/>
      </pc:docMkLst>
      <pc:sldChg chg="modSp mod modNotesTx">
        <pc:chgData name="Rashika Bahl" userId="06a7e724-d889-4b93-b11d-e1aab9f62189" providerId="ADAL" clId="{513EC036-00EC-5314-8CF9-46AE8999ABCA}" dt="2026-09-21T03:45:32.030" v="3512" actId="20577"/>
        <pc:sldMkLst>
          <pc:docMk/>
          <pc:sldMk cId="2640831820" sldId="256"/>
        </pc:sldMkLst>
        <pc:spChg chg="mod">
          <ac:chgData name="Rashika Bahl" userId="06a7e724-d889-4b93-b11d-e1aab9f62189" providerId="ADAL" clId="{513EC036-00EC-5314-8CF9-46AE8999ABCA}" dt="2026-09-20T05:28:53.152" v="20" actId="20577"/>
          <ac:spMkLst>
            <pc:docMk/>
            <pc:sldMk cId="2640831820" sldId="256"/>
            <ac:spMk id="2" creationId="{AF961714-E604-BE0E-333D-AD3B305B0738}"/>
          </ac:spMkLst>
        </pc:spChg>
        <pc:spChg chg="mod">
          <ac:chgData name="Rashika Bahl" userId="06a7e724-d889-4b93-b11d-e1aab9f62189" providerId="ADAL" clId="{513EC036-00EC-5314-8CF9-46AE8999ABCA}" dt="2026-09-21T03:26:55.152" v="2404" actId="120"/>
          <ac:spMkLst>
            <pc:docMk/>
            <pc:sldMk cId="2640831820" sldId="256"/>
            <ac:spMk id="3" creationId="{F77D2688-07BA-75C9-BE48-3DD91F9CA8E7}"/>
          </ac:spMkLst>
        </pc:spChg>
      </pc:sldChg>
      <pc:sldChg chg="del">
        <pc:chgData name="Rashika Bahl" userId="06a7e724-d889-4b93-b11d-e1aab9f62189" providerId="ADAL" clId="{513EC036-00EC-5314-8CF9-46AE8999ABCA}" dt="2026-09-20T05:55:42.287" v="657" actId="2696"/>
        <pc:sldMkLst>
          <pc:docMk/>
          <pc:sldMk cId="2384274664" sldId="258"/>
        </pc:sldMkLst>
      </pc:sldChg>
      <pc:sldChg chg="addSp delSp modSp mod modNotesTx">
        <pc:chgData name="Rashika Bahl" userId="06a7e724-d889-4b93-b11d-e1aab9f62189" providerId="ADAL" clId="{513EC036-00EC-5314-8CF9-46AE8999ABCA}" dt="2026-09-21T03:45:36.203" v="3514" actId="20577"/>
        <pc:sldMkLst>
          <pc:docMk/>
          <pc:sldMk cId="2802958514" sldId="259"/>
        </pc:sldMkLst>
        <pc:spChg chg="mod">
          <ac:chgData name="Rashika Bahl" userId="06a7e724-d889-4b93-b11d-e1aab9f62189" providerId="ADAL" clId="{513EC036-00EC-5314-8CF9-46AE8999ABCA}" dt="2026-09-20T05:32:44.266" v="32" actId="27636"/>
          <ac:spMkLst>
            <pc:docMk/>
            <pc:sldMk cId="2802958514" sldId="259"/>
            <ac:spMk id="2" creationId="{1C990185-D8C1-3A0B-FE4C-8B9A2938A95E}"/>
          </ac:spMkLst>
        </pc:spChg>
        <pc:graphicFrameChg chg="add del mod">
          <ac:chgData name="Rashika Bahl" userId="06a7e724-d889-4b93-b11d-e1aab9f62189" providerId="ADAL" clId="{513EC036-00EC-5314-8CF9-46AE8999ABCA}" dt="2026-09-20T05:38:36.516" v="271" actId="478"/>
          <ac:graphicFrameMkLst>
            <pc:docMk/>
            <pc:sldMk cId="2802958514" sldId="259"/>
            <ac:graphicFrameMk id="5" creationId="{F16505CF-6F67-8897-5A15-14907B391C59}"/>
          </ac:graphicFrameMkLst>
        </pc:graphicFrameChg>
        <pc:graphicFrameChg chg="mod modGraphic">
          <ac:chgData name="Rashika Bahl" userId="06a7e724-d889-4b93-b11d-e1aab9f62189" providerId="ADAL" clId="{513EC036-00EC-5314-8CF9-46AE8999ABCA}" dt="2026-09-21T03:24:03.857" v="2337" actId="20577"/>
          <ac:graphicFrameMkLst>
            <pc:docMk/>
            <pc:sldMk cId="2802958514" sldId="259"/>
            <ac:graphicFrameMk id="44" creationId="{F16505CF-6F67-8897-5A15-14907B391C59}"/>
          </ac:graphicFrameMkLst>
        </pc:graphicFrameChg>
        <pc:picChg chg="del">
          <ac:chgData name="Rashika Bahl" userId="06a7e724-d889-4b93-b11d-e1aab9f62189" providerId="ADAL" clId="{513EC036-00EC-5314-8CF9-46AE8999ABCA}" dt="2026-09-20T05:36:32.775" v="262" actId="478"/>
          <ac:picMkLst>
            <pc:docMk/>
            <pc:sldMk cId="2802958514" sldId="259"/>
            <ac:picMk id="6" creationId="{BFFC8340-1076-18D6-24C1-9D922D20143E}"/>
          </ac:picMkLst>
        </pc:picChg>
        <pc:picChg chg="add mod">
          <ac:chgData name="Rashika Bahl" userId="06a7e724-d889-4b93-b11d-e1aab9f62189" providerId="ADAL" clId="{513EC036-00EC-5314-8CF9-46AE8999ABCA}" dt="2026-09-20T05:39:29.109" v="284" actId="207"/>
          <ac:picMkLst>
            <pc:docMk/>
            <pc:sldMk cId="2802958514" sldId="259"/>
            <ac:picMk id="7" creationId="{BFFC8340-1076-18D6-24C1-9D922D20143E}"/>
          </ac:picMkLst>
        </pc:picChg>
        <pc:picChg chg="add mod">
          <ac:chgData name="Rashika Bahl" userId="06a7e724-d889-4b93-b11d-e1aab9f62189" providerId="ADAL" clId="{513EC036-00EC-5314-8CF9-46AE8999ABCA}" dt="2026-09-20T05:40:06.924" v="287" actId="1076"/>
          <ac:picMkLst>
            <pc:docMk/>
            <pc:sldMk cId="2802958514" sldId="259"/>
            <ac:picMk id="9" creationId="{39F844B9-6E25-6757-FF77-EC5717DAD5AA}"/>
          </ac:picMkLst>
        </pc:picChg>
      </pc:sldChg>
      <pc:sldChg chg="del">
        <pc:chgData name="Rashika Bahl" userId="06a7e724-d889-4b93-b11d-e1aab9f62189" providerId="ADAL" clId="{513EC036-00EC-5314-8CF9-46AE8999ABCA}" dt="2026-09-20T06:13:36.129" v="1129" actId="2696"/>
        <pc:sldMkLst>
          <pc:docMk/>
          <pc:sldMk cId="1404925595" sldId="271"/>
        </pc:sldMkLst>
      </pc:sldChg>
      <pc:sldChg chg="del">
        <pc:chgData name="Rashika Bahl" userId="06a7e724-d889-4b93-b11d-e1aab9f62189" providerId="ADAL" clId="{513EC036-00EC-5314-8CF9-46AE8999ABCA}" dt="2026-09-20T06:13:36.129" v="1129" actId="2696"/>
        <pc:sldMkLst>
          <pc:docMk/>
          <pc:sldMk cId="1462538722" sldId="3530"/>
        </pc:sldMkLst>
      </pc:sldChg>
      <pc:sldChg chg="delSp modSp mod delAnim modAnim modNotesTx">
        <pc:chgData name="Rashika Bahl" userId="06a7e724-d889-4b93-b11d-e1aab9f62189" providerId="ADAL" clId="{513EC036-00EC-5314-8CF9-46AE8999ABCA}" dt="2026-09-21T03:55:30.770" v="3703" actId="20577"/>
        <pc:sldMkLst>
          <pc:docMk/>
          <pc:sldMk cId="2363861523" sldId="3533"/>
        </pc:sldMkLst>
        <pc:spChg chg="mod">
          <ac:chgData name="Rashika Bahl" userId="06a7e724-d889-4b93-b11d-e1aab9f62189" providerId="ADAL" clId="{513EC036-00EC-5314-8CF9-46AE8999ABCA}" dt="2026-09-20T06:13:55.314" v="1203" actId="20577"/>
          <ac:spMkLst>
            <pc:docMk/>
            <pc:sldMk cId="2363861523" sldId="3533"/>
            <ac:spMk id="2" creationId="{AFE6789D-8B3B-4BC8-5FBE-581C4622B4A4}"/>
          </ac:spMkLst>
        </pc:spChg>
        <pc:spChg chg="mod">
          <ac:chgData name="Rashika Bahl" userId="06a7e724-d889-4b93-b11d-e1aab9f62189" providerId="ADAL" clId="{513EC036-00EC-5314-8CF9-46AE8999ABCA}" dt="2026-09-21T03:55:30.770" v="3703" actId="20577"/>
          <ac:spMkLst>
            <pc:docMk/>
            <pc:sldMk cId="2363861523" sldId="3533"/>
            <ac:spMk id="3" creationId="{0F931B2E-3291-5C94-6A8B-96E5C7AEBEF9}"/>
          </ac:spMkLst>
        </pc:spChg>
        <pc:spChg chg="del">
          <ac:chgData name="Rashika Bahl" userId="06a7e724-d889-4b93-b11d-e1aab9f62189" providerId="ADAL" clId="{513EC036-00EC-5314-8CF9-46AE8999ABCA}" dt="2026-09-20T06:14:09.204" v="1207" actId="478"/>
          <ac:spMkLst>
            <pc:docMk/>
            <pc:sldMk cId="2363861523" sldId="3533"/>
            <ac:spMk id="4" creationId="{EDD05499-F459-605E-D527-23B3ED3A2426}"/>
          </ac:spMkLst>
        </pc:spChg>
      </pc:sldChg>
      <pc:sldChg chg="del">
        <pc:chgData name="Rashika Bahl" userId="06a7e724-d889-4b93-b11d-e1aab9f62189" providerId="ADAL" clId="{513EC036-00EC-5314-8CF9-46AE8999ABCA}" dt="2026-09-20T05:55:17.392" v="651" actId="2696"/>
        <pc:sldMkLst>
          <pc:docMk/>
          <pc:sldMk cId="236127000" sldId="3534"/>
        </pc:sldMkLst>
      </pc:sldChg>
      <pc:sldChg chg="del">
        <pc:chgData name="Rashika Bahl" userId="06a7e724-d889-4b93-b11d-e1aab9f62189" providerId="ADAL" clId="{513EC036-00EC-5314-8CF9-46AE8999ABCA}" dt="2026-09-20T05:55:17.392" v="651" actId="2696"/>
        <pc:sldMkLst>
          <pc:docMk/>
          <pc:sldMk cId="3846709062" sldId="3535"/>
        </pc:sldMkLst>
      </pc:sldChg>
      <pc:sldChg chg="addSp delSp modSp mod ord modAnim modNotesTx">
        <pc:chgData name="Rashika Bahl" userId="06a7e724-d889-4b93-b11d-e1aab9f62189" providerId="ADAL" clId="{513EC036-00EC-5314-8CF9-46AE8999ABCA}" dt="2026-09-21T03:53:20.256" v="3566" actId="20577"/>
        <pc:sldMkLst>
          <pc:docMk/>
          <pc:sldMk cId="2626341917" sldId="3538"/>
        </pc:sldMkLst>
        <pc:spChg chg="mod">
          <ac:chgData name="Rashika Bahl" userId="06a7e724-d889-4b93-b11d-e1aab9f62189" providerId="ADAL" clId="{513EC036-00EC-5314-8CF9-46AE8999ABCA}" dt="2026-09-20T05:32:44.285" v="33" actId="27636"/>
          <ac:spMkLst>
            <pc:docMk/>
            <pc:sldMk cId="2626341917" sldId="3538"/>
            <ac:spMk id="2" creationId="{1C990185-D8C1-3A0B-FE4C-8B9A2938A95E}"/>
          </ac:spMkLst>
        </pc:spChg>
        <pc:spChg chg="mod">
          <ac:chgData name="Rashika Bahl" userId="06a7e724-d889-4b93-b11d-e1aab9f62189" providerId="ADAL" clId="{513EC036-00EC-5314-8CF9-46AE8999ABCA}" dt="2026-09-21T03:25:42.065" v="2352" actId="2710"/>
          <ac:spMkLst>
            <pc:docMk/>
            <pc:sldMk cId="2626341917" sldId="3538"/>
            <ac:spMk id="6" creationId="{2D00D6BF-8E29-BA64-BBDD-A805BF804033}"/>
          </ac:spMkLst>
        </pc:spChg>
        <pc:picChg chg="add mod">
          <ac:chgData name="Rashika Bahl" userId="06a7e724-d889-4b93-b11d-e1aab9f62189" providerId="ADAL" clId="{513EC036-00EC-5314-8CF9-46AE8999ABCA}" dt="2026-09-21T03:52:33.034" v="3556"/>
          <ac:picMkLst>
            <pc:docMk/>
            <pc:sldMk cId="2626341917" sldId="3538"/>
            <ac:picMk id="5" creationId="{4DF797CC-0E4F-1262-E622-6C6B2151AC41}"/>
          </ac:picMkLst>
        </pc:picChg>
        <pc:picChg chg="del">
          <ac:chgData name="Rashika Bahl" userId="06a7e724-d889-4b93-b11d-e1aab9f62189" providerId="ADAL" clId="{513EC036-00EC-5314-8CF9-46AE8999ABCA}" dt="2026-09-21T03:52:32.519" v="3555" actId="478"/>
          <ac:picMkLst>
            <pc:docMk/>
            <pc:sldMk cId="2626341917" sldId="3538"/>
            <ac:picMk id="8" creationId="{7E80C52D-3574-8B8E-B354-6CEFA1EB717B}"/>
          </ac:picMkLst>
        </pc:picChg>
      </pc:sldChg>
      <pc:sldChg chg="del">
        <pc:chgData name="Rashika Bahl" userId="06a7e724-d889-4b93-b11d-e1aab9f62189" providerId="ADAL" clId="{513EC036-00EC-5314-8CF9-46AE8999ABCA}" dt="2026-09-20T05:55:42.287" v="657" actId="2696"/>
        <pc:sldMkLst>
          <pc:docMk/>
          <pc:sldMk cId="2738709705" sldId="3539"/>
        </pc:sldMkLst>
      </pc:sldChg>
      <pc:sldChg chg="addSp delSp modSp mod ord delAnim modAnim modNotesTx">
        <pc:chgData name="Rashika Bahl" userId="06a7e724-d889-4b93-b11d-e1aab9f62189" providerId="ADAL" clId="{513EC036-00EC-5314-8CF9-46AE8999ABCA}" dt="2026-09-21T03:53:17.998" v="3565" actId="20577"/>
        <pc:sldMkLst>
          <pc:docMk/>
          <pc:sldMk cId="3018727228" sldId="3540"/>
        </pc:sldMkLst>
        <pc:spChg chg="mod">
          <ac:chgData name="Rashika Bahl" userId="06a7e724-d889-4b93-b11d-e1aab9f62189" providerId="ADAL" clId="{513EC036-00EC-5314-8CF9-46AE8999ABCA}" dt="2026-09-21T03:51:10.773" v="3534" actId="26606"/>
          <ac:spMkLst>
            <pc:docMk/>
            <pc:sldMk cId="3018727228" sldId="3540"/>
            <ac:spMk id="2" creationId="{1C990185-D8C1-3A0B-FE4C-8B9A2938A95E}"/>
          </ac:spMkLst>
        </pc:spChg>
        <pc:spChg chg="mod ord">
          <ac:chgData name="Rashika Bahl" userId="06a7e724-d889-4b93-b11d-e1aab9f62189" providerId="ADAL" clId="{513EC036-00EC-5314-8CF9-46AE8999ABCA}" dt="2026-09-21T03:51:10.773" v="3534" actId="26606"/>
          <ac:spMkLst>
            <pc:docMk/>
            <pc:sldMk cId="3018727228" sldId="3540"/>
            <ac:spMk id="3" creationId="{87E9BAC0-0CA8-63B7-5861-6E78F6EE76C1}"/>
          </ac:spMkLst>
        </pc:spChg>
        <pc:spChg chg="mod">
          <ac:chgData name="Rashika Bahl" userId="06a7e724-d889-4b93-b11d-e1aab9f62189" providerId="ADAL" clId="{513EC036-00EC-5314-8CF9-46AE8999ABCA}" dt="2026-09-21T03:51:10.773" v="3534" actId="26606"/>
          <ac:spMkLst>
            <pc:docMk/>
            <pc:sldMk cId="3018727228" sldId="3540"/>
            <ac:spMk id="4" creationId="{E853D221-742D-5A14-AFAA-85D41463D0F5}"/>
          </ac:spMkLst>
        </pc:spChg>
        <pc:spChg chg="mod">
          <ac:chgData name="Rashika Bahl" userId="06a7e724-d889-4b93-b11d-e1aab9f62189" providerId="ADAL" clId="{513EC036-00EC-5314-8CF9-46AE8999ABCA}" dt="2026-09-21T03:51:10.773" v="3534" actId="26606"/>
          <ac:spMkLst>
            <pc:docMk/>
            <pc:sldMk cId="3018727228" sldId="3540"/>
            <ac:spMk id="5" creationId="{61C38E64-F60C-438F-B0A6-8E3E550C1886}"/>
          </ac:spMkLst>
        </pc:spChg>
        <pc:spChg chg="add del mod">
          <ac:chgData name="Rashika Bahl" userId="06a7e724-d889-4b93-b11d-e1aab9f62189" providerId="ADAL" clId="{513EC036-00EC-5314-8CF9-46AE8999ABCA}" dt="2026-09-20T06:07:31.648" v="755" actId="478"/>
          <ac:spMkLst>
            <pc:docMk/>
            <pc:sldMk cId="3018727228" sldId="3540"/>
            <ac:spMk id="6" creationId="{B6A2A0B5-4B88-5B97-1591-84278FDD409C}"/>
          </ac:spMkLst>
        </pc:spChg>
        <pc:spChg chg="del">
          <ac:chgData name="Rashika Bahl" userId="06a7e724-d889-4b93-b11d-e1aab9f62189" providerId="ADAL" clId="{513EC036-00EC-5314-8CF9-46AE8999ABCA}" dt="2026-09-21T03:51:10.773" v="3534" actId="26606"/>
          <ac:spMkLst>
            <pc:docMk/>
            <pc:sldMk cId="3018727228" sldId="3540"/>
            <ac:spMk id="22" creationId="{4F7EBAE4-9945-4473-9E34-B2C66EA0F03D}"/>
          </ac:spMkLst>
        </pc:spChg>
        <pc:spChg chg="del">
          <ac:chgData name="Rashika Bahl" userId="06a7e724-d889-4b93-b11d-e1aab9f62189" providerId="ADAL" clId="{513EC036-00EC-5314-8CF9-46AE8999ABCA}" dt="2026-09-21T03:51:10.773" v="3534" actId="26606"/>
          <ac:spMkLst>
            <pc:docMk/>
            <pc:sldMk cId="3018727228" sldId="3540"/>
            <ac:spMk id="24" creationId="{70BEB1E7-2F88-40BC-B73D-42E5B6F80BFC}"/>
          </ac:spMkLst>
        </pc:spChg>
        <pc:spChg chg="del">
          <ac:chgData name="Rashika Bahl" userId="06a7e724-d889-4b93-b11d-e1aab9f62189" providerId="ADAL" clId="{513EC036-00EC-5314-8CF9-46AE8999ABCA}" dt="2026-09-21T03:51:10.773" v="3534" actId="26606"/>
          <ac:spMkLst>
            <pc:docMk/>
            <pc:sldMk cId="3018727228" sldId="3540"/>
            <ac:spMk id="26" creationId="{A7B99495-F43F-4D80-A44F-2CB4764EB90B}"/>
          </ac:spMkLst>
        </pc:spChg>
        <pc:spChg chg="add">
          <ac:chgData name="Rashika Bahl" userId="06a7e724-d889-4b93-b11d-e1aab9f62189" providerId="ADAL" clId="{513EC036-00EC-5314-8CF9-46AE8999ABCA}" dt="2026-09-21T03:51:10.773" v="3534" actId="26606"/>
          <ac:spMkLst>
            <pc:docMk/>
            <pc:sldMk cId="3018727228" sldId="3540"/>
            <ac:spMk id="31" creationId="{2C61293E-6EBE-43EF-A52C-9BEBFD7679D4}"/>
          </ac:spMkLst>
        </pc:spChg>
        <pc:spChg chg="add">
          <ac:chgData name="Rashika Bahl" userId="06a7e724-d889-4b93-b11d-e1aab9f62189" providerId="ADAL" clId="{513EC036-00EC-5314-8CF9-46AE8999ABCA}" dt="2026-09-21T03:51:10.773" v="3534" actId="26606"/>
          <ac:spMkLst>
            <pc:docMk/>
            <pc:sldMk cId="3018727228" sldId="3540"/>
            <ac:spMk id="33" creationId="{21540236-BFD5-4A9D-8840-4703E7F76825}"/>
          </ac:spMkLst>
        </pc:spChg>
        <pc:picChg chg="add mod">
          <ac:chgData name="Rashika Bahl" userId="06a7e724-d889-4b93-b11d-e1aab9f62189" providerId="ADAL" clId="{513EC036-00EC-5314-8CF9-46AE8999ABCA}" dt="2026-09-21T03:52:29.926" v="3554"/>
          <ac:picMkLst>
            <pc:docMk/>
            <pc:sldMk cId="3018727228" sldId="3540"/>
            <ac:picMk id="6" creationId="{5A8047F3-64BA-DEBE-0F80-62547CB1E619}"/>
          </ac:picMkLst>
        </pc:picChg>
        <pc:picChg chg="del mod">
          <ac:chgData name="Rashika Bahl" userId="06a7e724-d889-4b93-b11d-e1aab9f62189" providerId="ADAL" clId="{513EC036-00EC-5314-8CF9-46AE8999ABCA}" dt="2026-09-21T03:52:29.428" v="3553" actId="478"/>
          <ac:picMkLst>
            <pc:docMk/>
            <pc:sldMk cId="3018727228" sldId="3540"/>
            <ac:picMk id="8" creationId="{7E80C52D-3574-8B8E-B354-6CEFA1EB717B}"/>
          </ac:picMkLst>
        </pc:picChg>
      </pc:sldChg>
      <pc:sldChg chg="del">
        <pc:chgData name="Rashika Bahl" userId="06a7e724-d889-4b93-b11d-e1aab9f62189" providerId="ADAL" clId="{513EC036-00EC-5314-8CF9-46AE8999ABCA}" dt="2026-09-20T06:24:44.916" v="1578" actId="2696"/>
        <pc:sldMkLst>
          <pc:docMk/>
          <pc:sldMk cId="1440771044" sldId="3542"/>
        </pc:sldMkLst>
      </pc:sldChg>
      <pc:sldChg chg="del">
        <pc:chgData name="Rashika Bahl" userId="06a7e724-d889-4b93-b11d-e1aab9f62189" providerId="ADAL" clId="{513EC036-00EC-5314-8CF9-46AE8999ABCA}" dt="2026-09-20T05:55:17.392" v="651" actId="2696"/>
        <pc:sldMkLst>
          <pc:docMk/>
          <pc:sldMk cId="1471937423" sldId="3543"/>
        </pc:sldMkLst>
      </pc:sldChg>
      <pc:sldChg chg="addSp delSp modSp add mod setBg delDesignElem">
        <pc:chgData name="Rashika Bahl" userId="06a7e724-d889-4b93-b11d-e1aab9f62189" providerId="ADAL" clId="{513EC036-00EC-5314-8CF9-46AE8999ABCA}" dt="2026-09-21T03:53:46.269" v="3574" actId="113"/>
        <pc:sldMkLst>
          <pc:docMk/>
          <pc:sldMk cId="612352806" sldId="3544"/>
        </pc:sldMkLst>
        <pc:spChg chg="mod">
          <ac:chgData name="Rashika Bahl" userId="06a7e724-d889-4b93-b11d-e1aab9f62189" providerId="ADAL" clId="{513EC036-00EC-5314-8CF9-46AE8999ABCA}" dt="2026-09-21T03:51:30.675" v="3537" actId="26606"/>
          <ac:spMkLst>
            <pc:docMk/>
            <pc:sldMk cId="612352806" sldId="3544"/>
            <ac:spMk id="2" creationId="{64679758-9483-FD16-230A-B5B3BC65AEEB}"/>
          </ac:spMkLst>
        </pc:spChg>
        <pc:spChg chg="mod ord">
          <ac:chgData name="Rashika Bahl" userId="06a7e724-d889-4b93-b11d-e1aab9f62189" providerId="ADAL" clId="{513EC036-00EC-5314-8CF9-46AE8999ABCA}" dt="2026-09-21T03:53:46.269" v="3574" actId="113"/>
          <ac:spMkLst>
            <pc:docMk/>
            <pc:sldMk cId="612352806" sldId="3544"/>
            <ac:spMk id="3" creationId="{6FC4B453-7F41-AC3F-0187-6E020C3636DA}"/>
          </ac:spMkLst>
        </pc:spChg>
        <pc:spChg chg="add del">
          <ac:chgData name="Rashika Bahl" userId="06a7e724-d889-4b93-b11d-e1aab9f62189" providerId="ADAL" clId="{513EC036-00EC-5314-8CF9-46AE8999ABCA}" dt="2026-09-21T03:51:30.675" v="3537" actId="26606"/>
          <ac:spMkLst>
            <pc:docMk/>
            <pc:sldMk cId="612352806" sldId="3544"/>
            <ac:spMk id="10" creationId="{F13C74B1-5B17-4795-BED0-7140497B445A}"/>
          </ac:spMkLst>
        </pc:spChg>
        <pc:spChg chg="add del">
          <ac:chgData name="Rashika Bahl" userId="06a7e724-d889-4b93-b11d-e1aab9f62189" providerId="ADAL" clId="{513EC036-00EC-5314-8CF9-46AE8999ABCA}" dt="2026-09-21T03:51:30.675" v="3537" actId="26606"/>
          <ac:spMkLst>
            <pc:docMk/>
            <pc:sldMk cId="612352806" sldId="3544"/>
            <ac:spMk id="12" creationId="{D4974D33-8DC5-464E-8C6D-BE58F0669C17}"/>
          </ac:spMkLst>
        </pc:spChg>
        <pc:spChg chg="add">
          <ac:chgData name="Rashika Bahl" userId="06a7e724-d889-4b93-b11d-e1aab9f62189" providerId="ADAL" clId="{513EC036-00EC-5314-8CF9-46AE8999ABCA}" dt="2026-09-21T03:51:30.675" v="3537" actId="26606"/>
          <ac:spMkLst>
            <pc:docMk/>
            <pc:sldMk cId="612352806" sldId="3544"/>
            <ac:spMk id="17" creationId="{2C61293E-6EBE-43EF-A52C-9BEBFD7679D4}"/>
          </ac:spMkLst>
        </pc:spChg>
        <pc:spChg chg="add">
          <ac:chgData name="Rashika Bahl" userId="06a7e724-d889-4b93-b11d-e1aab9f62189" providerId="ADAL" clId="{513EC036-00EC-5314-8CF9-46AE8999ABCA}" dt="2026-09-21T03:51:30.675" v="3537" actId="26606"/>
          <ac:spMkLst>
            <pc:docMk/>
            <pc:sldMk cId="612352806" sldId="3544"/>
            <ac:spMk id="19" creationId="{21540236-BFD5-4A9D-8840-4703E7F76825}"/>
          </ac:spMkLst>
        </pc:spChg>
        <pc:spChg chg="del">
          <ac:chgData name="Rashika Bahl" userId="06a7e724-d889-4b93-b11d-e1aab9f62189" providerId="ADAL" clId="{513EC036-00EC-5314-8CF9-46AE8999ABCA}" dt="2026-09-20T05:47:19.877" v="543"/>
          <ac:spMkLst>
            <pc:docMk/>
            <pc:sldMk cId="612352806" sldId="3544"/>
            <ac:spMk id="21" creationId="{D009D6D5-DAC2-4A8B-A17A-E206B9012D09}"/>
          </ac:spMkLst>
        </pc:spChg>
        <pc:picChg chg="mod">
          <ac:chgData name="Rashika Bahl" userId="06a7e724-d889-4b93-b11d-e1aab9f62189" providerId="ADAL" clId="{513EC036-00EC-5314-8CF9-46AE8999ABCA}" dt="2026-09-21T03:51:30.675" v="3537" actId="26606"/>
          <ac:picMkLst>
            <pc:docMk/>
            <pc:sldMk cId="612352806" sldId="3544"/>
            <ac:picMk id="5" creationId="{8D37B133-19E7-CFFA-E62D-2FA5981C955A}"/>
          </ac:picMkLst>
        </pc:picChg>
      </pc:sldChg>
      <pc:sldChg chg="del">
        <pc:chgData name="Rashika Bahl" userId="06a7e724-d889-4b93-b11d-e1aab9f62189" providerId="ADAL" clId="{513EC036-00EC-5314-8CF9-46AE8999ABCA}" dt="2026-09-20T05:55:17.392" v="651" actId="2696"/>
        <pc:sldMkLst>
          <pc:docMk/>
          <pc:sldMk cId="1572617157" sldId="3545"/>
        </pc:sldMkLst>
      </pc:sldChg>
      <pc:sldChg chg="del">
        <pc:chgData name="Rashika Bahl" userId="06a7e724-d889-4b93-b11d-e1aab9f62189" providerId="ADAL" clId="{513EC036-00EC-5314-8CF9-46AE8999ABCA}" dt="2026-09-20T05:55:17.392" v="651" actId="2696"/>
        <pc:sldMkLst>
          <pc:docMk/>
          <pc:sldMk cId="4004659237" sldId="3546"/>
        </pc:sldMkLst>
      </pc:sldChg>
      <pc:sldChg chg="addSp delSp modSp add mod ord setBg delDesignElem">
        <pc:chgData name="Rashika Bahl" userId="06a7e724-d889-4b93-b11d-e1aab9f62189" providerId="ADAL" clId="{513EC036-00EC-5314-8CF9-46AE8999ABCA}" dt="2026-09-21T03:49:42.765" v="3528" actId="26606"/>
        <pc:sldMkLst>
          <pc:docMk/>
          <pc:sldMk cId="2813167222" sldId="3547"/>
        </pc:sldMkLst>
        <pc:spChg chg="mod">
          <ac:chgData name="Rashika Bahl" userId="06a7e724-d889-4b93-b11d-e1aab9f62189" providerId="ADAL" clId="{513EC036-00EC-5314-8CF9-46AE8999ABCA}" dt="2026-09-21T03:49:42.765" v="3528" actId="26606"/>
          <ac:spMkLst>
            <pc:docMk/>
            <pc:sldMk cId="2813167222" sldId="3547"/>
            <ac:spMk id="2" creationId="{12FEF129-F009-7049-2237-023C0F6DDC66}"/>
          </ac:spMkLst>
        </pc:spChg>
        <pc:spChg chg="mod ord">
          <ac:chgData name="Rashika Bahl" userId="06a7e724-d889-4b93-b11d-e1aab9f62189" providerId="ADAL" clId="{513EC036-00EC-5314-8CF9-46AE8999ABCA}" dt="2026-09-21T03:49:42.765" v="3528" actId="26606"/>
          <ac:spMkLst>
            <pc:docMk/>
            <pc:sldMk cId="2813167222" sldId="3547"/>
            <ac:spMk id="395" creationId="{346633E1-C185-98D5-EB69-D5664C0B1B27}"/>
          </ac:spMkLst>
        </pc:spChg>
        <pc:spChg chg="add">
          <ac:chgData name="Rashika Bahl" userId="06a7e724-d889-4b93-b11d-e1aab9f62189" providerId="ADAL" clId="{513EC036-00EC-5314-8CF9-46AE8999ABCA}" dt="2026-09-21T03:49:42.765" v="3528" actId="26606"/>
          <ac:spMkLst>
            <pc:docMk/>
            <pc:sldMk cId="2813167222" sldId="3547"/>
            <ac:spMk id="400" creationId="{2C61293E-6EBE-43EF-A52C-9BEBFD7679D4}"/>
          </ac:spMkLst>
        </pc:spChg>
        <pc:spChg chg="add">
          <ac:chgData name="Rashika Bahl" userId="06a7e724-d889-4b93-b11d-e1aab9f62189" providerId="ADAL" clId="{513EC036-00EC-5314-8CF9-46AE8999ABCA}" dt="2026-09-21T03:49:42.765" v="3528" actId="26606"/>
          <ac:spMkLst>
            <pc:docMk/>
            <pc:sldMk cId="2813167222" sldId="3547"/>
            <ac:spMk id="402" creationId="{21540236-BFD5-4A9D-8840-4703E7F76825}"/>
          </ac:spMkLst>
        </pc:spChg>
        <pc:picChg chg="add del mod">
          <ac:chgData name="Rashika Bahl" userId="06a7e724-d889-4b93-b11d-e1aab9f62189" providerId="ADAL" clId="{513EC036-00EC-5314-8CF9-46AE8999ABCA}" dt="2026-09-20T05:49:50.037" v="573" actId="478"/>
          <ac:picMkLst>
            <pc:docMk/>
            <pc:sldMk cId="2813167222" sldId="3547"/>
            <ac:picMk id="3" creationId="{EECB17D2-401D-A9ED-64FC-79310C7F761A}"/>
          </ac:picMkLst>
        </pc:picChg>
        <pc:picChg chg="add mod">
          <ac:chgData name="Rashika Bahl" userId="06a7e724-d889-4b93-b11d-e1aab9f62189" providerId="ADAL" clId="{513EC036-00EC-5314-8CF9-46AE8999ABCA}" dt="2026-09-21T03:49:42.765" v="3528" actId="26606"/>
          <ac:picMkLst>
            <pc:docMk/>
            <pc:sldMk cId="2813167222" sldId="3547"/>
            <ac:picMk id="4" creationId="{55A7B57E-0996-CC56-95D2-D0E589BCD503}"/>
          </ac:picMkLst>
        </pc:picChg>
        <pc:picChg chg="del">
          <ac:chgData name="Rashika Bahl" userId="06a7e724-d889-4b93-b11d-e1aab9f62189" providerId="ADAL" clId="{513EC036-00EC-5314-8CF9-46AE8999ABCA}" dt="2026-09-20T05:49:14.545" v="567" actId="478"/>
          <ac:picMkLst>
            <pc:docMk/>
            <pc:sldMk cId="2813167222" sldId="3547"/>
            <ac:picMk id="393" creationId="{11EB535D-07CD-7041-A3E6-3C237192A920}"/>
          </ac:picMkLst>
        </pc:picChg>
        <pc:cxnChg chg="del">
          <ac:chgData name="Rashika Bahl" userId="06a7e724-d889-4b93-b11d-e1aab9f62189" providerId="ADAL" clId="{513EC036-00EC-5314-8CF9-46AE8999ABCA}" dt="2026-09-20T05:47:19.877" v="543"/>
          <ac:cxnSpMkLst>
            <pc:docMk/>
            <pc:sldMk cId="2813167222" sldId="3547"/>
            <ac:cxnSpMk id="404" creationId="{1503BFE4-729B-D9D0-C17B-501E6AF1127A}"/>
          </ac:cxnSpMkLst>
        </pc:cxnChg>
      </pc:sldChg>
      <pc:sldChg chg="del">
        <pc:chgData name="Rashika Bahl" userId="06a7e724-d889-4b93-b11d-e1aab9f62189" providerId="ADAL" clId="{513EC036-00EC-5314-8CF9-46AE8999ABCA}" dt="2026-09-20T05:55:17.392" v="651" actId="2696"/>
        <pc:sldMkLst>
          <pc:docMk/>
          <pc:sldMk cId="2926892086" sldId="3548"/>
        </pc:sldMkLst>
      </pc:sldChg>
      <pc:sldChg chg="del">
        <pc:chgData name="Rashika Bahl" userId="06a7e724-d889-4b93-b11d-e1aab9f62189" providerId="ADAL" clId="{513EC036-00EC-5314-8CF9-46AE8999ABCA}" dt="2026-09-20T05:31:44.126" v="29" actId="2696"/>
        <pc:sldMkLst>
          <pc:docMk/>
          <pc:sldMk cId="1065488473" sldId="3549"/>
        </pc:sldMkLst>
      </pc:sldChg>
      <pc:sldChg chg="del">
        <pc:chgData name="Rashika Bahl" userId="06a7e724-d889-4b93-b11d-e1aab9f62189" providerId="ADAL" clId="{513EC036-00EC-5314-8CF9-46AE8999ABCA}" dt="2026-09-20T06:13:39.513" v="1130" actId="2696"/>
        <pc:sldMkLst>
          <pc:docMk/>
          <pc:sldMk cId="1176322131" sldId="3550"/>
        </pc:sldMkLst>
      </pc:sldChg>
      <pc:sldChg chg="del">
        <pc:chgData name="Rashika Bahl" userId="06a7e724-d889-4b93-b11d-e1aab9f62189" providerId="ADAL" clId="{513EC036-00EC-5314-8CF9-46AE8999ABCA}" dt="2026-09-20T06:13:39.513" v="1130" actId="2696"/>
        <pc:sldMkLst>
          <pc:docMk/>
          <pc:sldMk cId="4072974960" sldId="3551"/>
        </pc:sldMkLst>
      </pc:sldChg>
      <pc:sldChg chg="modSp mod">
        <pc:chgData name="Rashika Bahl" userId="06a7e724-d889-4b93-b11d-e1aab9f62189" providerId="ADAL" clId="{513EC036-00EC-5314-8CF9-46AE8999ABCA}" dt="2026-09-20T06:15:01.825" v="1235" actId="20577"/>
        <pc:sldMkLst>
          <pc:docMk/>
          <pc:sldMk cId="1469088608" sldId="3552"/>
        </pc:sldMkLst>
        <pc:spChg chg="mod">
          <ac:chgData name="Rashika Bahl" userId="06a7e724-d889-4b93-b11d-e1aab9f62189" providerId="ADAL" clId="{513EC036-00EC-5314-8CF9-46AE8999ABCA}" dt="2026-09-20T06:15:01.825" v="1235" actId="20577"/>
          <ac:spMkLst>
            <pc:docMk/>
            <pc:sldMk cId="1469088608" sldId="3552"/>
            <ac:spMk id="3" creationId="{EAD48460-5912-7847-FEE9-DD33DD65C6B3}"/>
          </ac:spMkLst>
        </pc:spChg>
      </pc:sldChg>
      <pc:sldChg chg="delSp add del ord setBg delDesignElem">
        <pc:chgData name="Rashika Bahl" userId="06a7e724-d889-4b93-b11d-e1aab9f62189" providerId="ADAL" clId="{513EC036-00EC-5314-8CF9-46AE8999ABCA}" dt="2026-09-20T06:27:27.408" v="1590" actId="2696"/>
        <pc:sldMkLst>
          <pc:docMk/>
          <pc:sldMk cId="826137964" sldId="3553"/>
        </pc:sldMkLst>
        <pc:spChg chg="del">
          <ac:chgData name="Rashika Bahl" userId="06a7e724-d889-4b93-b11d-e1aab9f62189" providerId="ADAL" clId="{513EC036-00EC-5314-8CF9-46AE8999ABCA}" dt="2026-09-20T05:47:19.877" v="543"/>
          <ac:spMkLst>
            <pc:docMk/>
            <pc:sldMk cId="826137964" sldId="3553"/>
            <ac:spMk id="14" creationId="{D009D6D5-DAC2-4A8B-A17A-E206B9012D09}"/>
          </ac:spMkLst>
        </pc:spChg>
      </pc:sldChg>
      <pc:sldChg chg="modSp add mod ord">
        <pc:chgData name="Rashika Bahl" userId="06a7e724-d889-4b93-b11d-e1aab9f62189" providerId="ADAL" clId="{513EC036-00EC-5314-8CF9-46AE8999ABCA}" dt="2026-09-21T03:29:32.454" v="2429" actId="113"/>
        <pc:sldMkLst>
          <pc:docMk/>
          <pc:sldMk cId="1964255195" sldId="3554"/>
        </pc:sldMkLst>
        <pc:spChg chg="mod">
          <ac:chgData name="Rashika Bahl" userId="06a7e724-d889-4b93-b11d-e1aab9f62189" providerId="ADAL" clId="{513EC036-00EC-5314-8CF9-46AE8999ABCA}" dt="2026-09-21T03:29:32.454" v="2429" actId="113"/>
          <ac:spMkLst>
            <pc:docMk/>
            <pc:sldMk cId="1964255195" sldId="3554"/>
            <ac:spMk id="2" creationId="{468F2268-7461-D309-3A63-EC7B4EA88283}"/>
          </ac:spMkLst>
        </pc:spChg>
      </pc:sldChg>
      <pc:sldChg chg="addSp delSp modSp add mod setBg modAnim delDesignElem">
        <pc:chgData name="Rashika Bahl" userId="06a7e724-d889-4b93-b11d-e1aab9f62189" providerId="ADAL" clId="{513EC036-00EC-5314-8CF9-46AE8999ABCA}" dt="2026-09-21T03:55:15.079" v="3683" actId="5793"/>
        <pc:sldMkLst>
          <pc:docMk/>
          <pc:sldMk cId="3919529394" sldId="3555"/>
        </pc:sldMkLst>
        <pc:spChg chg="mod">
          <ac:chgData name="Rashika Bahl" userId="06a7e724-d889-4b93-b11d-e1aab9f62189" providerId="ADAL" clId="{513EC036-00EC-5314-8CF9-46AE8999ABCA}" dt="2026-09-21T03:50:52.792" v="3533" actId="26606"/>
          <ac:spMkLst>
            <pc:docMk/>
            <pc:sldMk cId="3919529394" sldId="3555"/>
            <ac:spMk id="2" creationId="{25C6C498-BC28-0B82-98DA-ED95391BFE0C}"/>
          </ac:spMkLst>
        </pc:spChg>
        <pc:spChg chg="mod">
          <ac:chgData name="Rashika Bahl" userId="06a7e724-d889-4b93-b11d-e1aab9f62189" providerId="ADAL" clId="{513EC036-00EC-5314-8CF9-46AE8999ABCA}" dt="2026-09-21T03:55:15.079" v="3683" actId="5793"/>
          <ac:spMkLst>
            <pc:docMk/>
            <pc:sldMk cId="3919529394" sldId="3555"/>
            <ac:spMk id="3" creationId="{6D5A7238-992B-E9E1-F21A-47796683F649}"/>
          </ac:spMkLst>
        </pc:spChg>
        <pc:spChg chg="add del">
          <ac:chgData name="Rashika Bahl" userId="06a7e724-d889-4b93-b11d-e1aab9f62189" providerId="ADAL" clId="{513EC036-00EC-5314-8CF9-46AE8999ABCA}" dt="2026-09-21T03:51:57.944" v="3547" actId="26606"/>
          <ac:spMkLst>
            <pc:docMk/>
            <pc:sldMk cId="3919529394" sldId="3555"/>
            <ac:spMk id="22" creationId="{F13C74B1-5B17-4795-BED0-7140497B445A}"/>
          </ac:spMkLst>
        </pc:spChg>
        <pc:spChg chg="add del">
          <ac:chgData name="Rashika Bahl" userId="06a7e724-d889-4b93-b11d-e1aab9f62189" providerId="ADAL" clId="{513EC036-00EC-5314-8CF9-46AE8999ABCA}" dt="2026-09-21T03:51:57.944" v="3547" actId="26606"/>
          <ac:spMkLst>
            <pc:docMk/>
            <pc:sldMk cId="3919529394" sldId="3555"/>
            <ac:spMk id="24" creationId="{D4974D33-8DC5-464E-8C6D-BE58F0669C17}"/>
          </ac:spMkLst>
        </pc:spChg>
        <pc:spChg chg="add">
          <ac:chgData name="Rashika Bahl" userId="06a7e724-d889-4b93-b11d-e1aab9f62189" providerId="ADAL" clId="{513EC036-00EC-5314-8CF9-46AE8999ABCA}" dt="2026-09-21T03:51:57.944" v="3547" actId="26606"/>
          <ac:spMkLst>
            <pc:docMk/>
            <pc:sldMk cId="3919529394" sldId="3555"/>
            <ac:spMk id="29" creationId="{F13C74B1-5B17-4795-BED0-7140497B445A}"/>
          </ac:spMkLst>
        </pc:spChg>
        <pc:spChg chg="add">
          <ac:chgData name="Rashika Bahl" userId="06a7e724-d889-4b93-b11d-e1aab9f62189" providerId="ADAL" clId="{513EC036-00EC-5314-8CF9-46AE8999ABCA}" dt="2026-09-21T03:51:57.944" v="3547" actId="26606"/>
          <ac:spMkLst>
            <pc:docMk/>
            <pc:sldMk cId="3919529394" sldId="3555"/>
            <ac:spMk id="31" creationId="{D4974D33-8DC5-464E-8C6D-BE58F0669C17}"/>
          </ac:spMkLst>
        </pc:spChg>
        <pc:picChg chg="add mod">
          <ac:chgData name="Rashika Bahl" userId="06a7e724-d889-4b93-b11d-e1aab9f62189" providerId="ADAL" clId="{513EC036-00EC-5314-8CF9-46AE8999ABCA}" dt="2026-09-21T03:51:57.944" v="3547" actId="26606"/>
          <ac:picMkLst>
            <pc:docMk/>
            <pc:sldMk cId="3919529394" sldId="3555"/>
            <ac:picMk id="4" creationId="{32BEB49D-84C0-50F8-A9F0-898CB6AC8A3D}"/>
          </ac:picMkLst>
        </pc:picChg>
        <pc:picChg chg="del mod">
          <ac:chgData name="Rashika Bahl" userId="06a7e724-d889-4b93-b11d-e1aab9f62189" providerId="ADAL" clId="{513EC036-00EC-5314-8CF9-46AE8999ABCA}" dt="2026-09-21T03:51:51.042" v="3545" actId="478"/>
          <ac:picMkLst>
            <pc:docMk/>
            <pc:sldMk cId="3919529394" sldId="3555"/>
            <ac:picMk id="17" creationId="{84ADEA6D-92CC-D4FD-B1D9-2DA35DF6E2B8}"/>
          </ac:picMkLst>
        </pc:picChg>
        <pc:cxnChg chg="del">
          <ac:chgData name="Rashika Bahl" userId="06a7e724-d889-4b93-b11d-e1aab9f62189" providerId="ADAL" clId="{513EC036-00EC-5314-8CF9-46AE8999ABCA}" dt="2026-09-20T05:47:19.877" v="543"/>
          <ac:cxnSpMkLst>
            <pc:docMk/>
            <pc:sldMk cId="3919529394" sldId="3555"/>
            <ac:cxnSpMk id="16" creationId="{1503BFE4-729B-D9D0-C17B-501E6AF1127A}"/>
          </ac:cxnSpMkLst>
        </pc:cxnChg>
      </pc:sldChg>
      <pc:sldChg chg="delSp add ord setBg delDesignElem">
        <pc:chgData name="Rashika Bahl" userId="06a7e724-d889-4b93-b11d-e1aab9f62189" providerId="ADAL" clId="{513EC036-00EC-5314-8CF9-46AE8999ABCA}" dt="2026-09-20T05:51:06.233" v="584" actId="20578"/>
        <pc:sldMkLst>
          <pc:docMk/>
          <pc:sldMk cId="1346707645" sldId="3556"/>
        </pc:sldMkLst>
        <pc:spChg chg="del">
          <ac:chgData name="Rashika Bahl" userId="06a7e724-d889-4b93-b11d-e1aab9f62189" providerId="ADAL" clId="{513EC036-00EC-5314-8CF9-46AE8999ABCA}" dt="2026-09-20T05:47:19.877" v="543"/>
          <ac:spMkLst>
            <pc:docMk/>
            <pc:sldMk cId="1346707645" sldId="3556"/>
            <ac:spMk id="12" creationId="{42A4FC2C-047E-45A5-965D-8E1E3BF09BC6}"/>
          </ac:spMkLst>
        </pc:spChg>
      </pc:sldChg>
      <pc:sldChg chg="delSp add del setBg delDesignElem">
        <pc:chgData name="Rashika Bahl" userId="06a7e724-d889-4b93-b11d-e1aab9f62189" providerId="ADAL" clId="{513EC036-00EC-5314-8CF9-46AE8999ABCA}" dt="2026-09-20T06:14:52.586" v="1209" actId="2696"/>
        <pc:sldMkLst>
          <pc:docMk/>
          <pc:sldMk cId="3700447533" sldId="3560"/>
        </pc:sldMkLst>
        <pc:spChg chg="del">
          <ac:chgData name="Rashika Bahl" userId="06a7e724-d889-4b93-b11d-e1aab9f62189" providerId="ADAL" clId="{513EC036-00EC-5314-8CF9-46AE8999ABCA}" dt="2026-09-20T05:32:44.206" v="31"/>
          <ac:spMkLst>
            <pc:docMk/>
            <pc:sldMk cId="3700447533" sldId="3560"/>
            <ac:spMk id="29" creationId="{83BA5EF5-1FE9-4BF9-83BB-269BCDDF6156}"/>
          </ac:spMkLst>
        </pc:spChg>
        <pc:spChg chg="del">
          <ac:chgData name="Rashika Bahl" userId="06a7e724-d889-4b93-b11d-e1aab9f62189" providerId="ADAL" clId="{513EC036-00EC-5314-8CF9-46AE8999ABCA}" dt="2026-09-20T05:32:44.206" v="31"/>
          <ac:spMkLst>
            <pc:docMk/>
            <pc:sldMk cId="3700447533" sldId="3560"/>
            <ac:spMk id="30" creationId="{F837543A-6020-4505-A233-C9DB4BF74011}"/>
          </ac:spMkLst>
        </pc:spChg>
        <pc:spChg chg="del">
          <ac:chgData name="Rashika Bahl" userId="06a7e724-d889-4b93-b11d-e1aab9f62189" providerId="ADAL" clId="{513EC036-00EC-5314-8CF9-46AE8999ABCA}" dt="2026-09-20T05:32:44.206" v="31"/>
          <ac:spMkLst>
            <pc:docMk/>
            <pc:sldMk cId="3700447533" sldId="3560"/>
            <ac:spMk id="32" creationId="{35B16301-FB18-48BA-A6DD-C37CAF6F9A18}"/>
          </ac:spMkLst>
        </pc:spChg>
        <pc:spChg chg="del">
          <ac:chgData name="Rashika Bahl" userId="06a7e724-d889-4b93-b11d-e1aab9f62189" providerId="ADAL" clId="{513EC036-00EC-5314-8CF9-46AE8999ABCA}" dt="2026-09-20T05:32:44.206" v="31"/>
          <ac:spMkLst>
            <pc:docMk/>
            <pc:sldMk cId="3700447533" sldId="3560"/>
            <ac:spMk id="33" creationId="{88853921-7BC9-4BDE-ACAB-133C683C82D6}"/>
          </ac:spMkLst>
        </pc:spChg>
        <pc:spChg chg="del">
          <ac:chgData name="Rashika Bahl" userId="06a7e724-d889-4b93-b11d-e1aab9f62189" providerId="ADAL" clId="{513EC036-00EC-5314-8CF9-46AE8999ABCA}" dt="2026-09-20T05:32:44.206" v="31"/>
          <ac:spMkLst>
            <pc:docMk/>
            <pc:sldMk cId="3700447533" sldId="3560"/>
            <ac:spMk id="34" creationId="{C3C0D90E-074A-4F52-9B11-B52BEF4BCBE5}"/>
          </ac:spMkLst>
        </pc:spChg>
        <pc:spChg chg="del">
          <ac:chgData name="Rashika Bahl" userId="06a7e724-d889-4b93-b11d-e1aab9f62189" providerId="ADAL" clId="{513EC036-00EC-5314-8CF9-46AE8999ABCA}" dt="2026-09-20T05:32:44.206" v="31"/>
          <ac:spMkLst>
            <pc:docMk/>
            <pc:sldMk cId="3700447533" sldId="3560"/>
            <ac:spMk id="35" creationId="{09192968-3AE7-4470-A61C-97294BB92731}"/>
          </ac:spMkLst>
        </pc:spChg>
        <pc:spChg chg="del">
          <ac:chgData name="Rashika Bahl" userId="06a7e724-d889-4b93-b11d-e1aab9f62189" providerId="ADAL" clId="{513EC036-00EC-5314-8CF9-46AE8999ABCA}" dt="2026-09-20T05:32:44.206" v="31"/>
          <ac:spMkLst>
            <pc:docMk/>
            <pc:sldMk cId="3700447533" sldId="3560"/>
            <ac:spMk id="36" creationId="{CABBD4C1-E6F8-46F6-8152-A8A97490BF4D}"/>
          </ac:spMkLst>
        </pc:spChg>
        <pc:spChg chg="del">
          <ac:chgData name="Rashika Bahl" userId="06a7e724-d889-4b93-b11d-e1aab9f62189" providerId="ADAL" clId="{513EC036-00EC-5314-8CF9-46AE8999ABCA}" dt="2026-09-20T05:32:44.206" v="31"/>
          <ac:spMkLst>
            <pc:docMk/>
            <pc:sldMk cId="3700447533" sldId="3560"/>
            <ac:spMk id="37" creationId="{3AB72E55-43E4-4356-BFE8-E2102CB0B505}"/>
          </ac:spMkLst>
        </pc:spChg>
        <pc:cxnChg chg="del">
          <ac:chgData name="Rashika Bahl" userId="06a7e724-d889-4b93-b11d-e1aab9f62189" providerId="ADAL" clId="{513EC036-00EC-5314-8CF9-46AE8999ABCA}" dt="2026-09-20T05:32:44.206" v="31"/>
          <ac:cxnSpMkLst>
            <pc:docMk/>
            <pc:sldMk cId="3700447533" sldId="3560"/>
            <ac:cxnSpMk id="31" creationId="{4B3BCACB-5880-460B-9606-8C433A9AF99D}"/>
          </ac:cxnSpMkLst>
        </pc:cxnChg>
      </pc:sldChg>
      <pc:sldChg chg="addSp delSp modSp add mod ord setBg modAnim delDesignElem modNotesTx">
        <pc:chgData name="Rashika Bahl" userId="06a7e724-d889-4b93-b11d-e1aab9f62189" providerId="ADAL" clId="{513EC036-00EC-5314-8CF9-46AE8999ABCA}" dt="2026-09-21T03:45:34.241" v="3513" actId="20577"/>
        <pc:sldMkLst>
          <pc:docMk/>
          <pc:sldMk cId="3815200073" sldId="3561"/>
        </pc:sldMkLst>
        <pc:spChg chg="mod">
          <ac:chgData name="Rashika Bahl" userId="06a7e724-d889-4b93-b11d-e1aab9f62189" providerId="ADAL" clId="{513EC036-00EC-5314-8CF9-46AE8999ABCA}" dt="2026-09-20T05:41:02.798" v="361" actId="20577"/>
          <ac:spMkLst>
            <pc:docMk/>
            <pc:sldMk cId="3815200073" sldId="3561"/>
            <ac:spMk id="2" creationId="{5F7EC6E9-BC78-0829-B508-CFCE2912E84C}"/>
          </ac:spMkLst>
        </pc:spChg>
        <pc:spChg chg="add mod">
          <ac:chgData name="Rashika Bahl" userId="06a7e724-d889-4b93-b11d-e1aab9f62189" providerId="ADAL" clId="{513EC036-00EC-5314-8CF9-46AE8999ABCA}" dt="2026-09-20T05:45:11.831" v="535" actId="1076"/>
          <ac:spMkLst>
            <pc:docMk/>
            <pc:sldMk cId="3815200073" sldId="3561"/>
            <ac:spMk id="3" creationId="{3EEE35FC-CFBF-F182-A7B2-67632C2E019A}"/>
          </ac:spMkLst>
        </pc:spChg>
        <pc:spChg chg="del">
          <ac:chgData name="Rashika Bahl" userId="06a7e724-d889-4b93-b11d-e1aab9f62189" providerId="ADAL" clId="{513EC036-00EC-5314-8CF9-46AE8999ABCA}" dt="2026-09-20T05:40:28.133" v="290"/>
          <ac:spMkLst>
            <pc:docMk/>
            <pc:sldMk cId="3815200073" sldId="3561"/>
            <ac:spMk id="13" creationId="{091043CA-DAFD-5AA8-F1C7-0F06DA22DCDF}"/>
          </ac:spMkLst>
        </pc:spChg>
        <pc:spChg chg="del">
          <ac:chgData name="Rashika Bahl" userId="06a7e724-d889-4b93-b11d-e1aab9f62189" providerId="ADAL" clId="{513EC036-00EC-5314-8CF9-46AE8999ABCA}" dt="2026-09-20T05:40:28.133" v="290"/>
          <ac:spMkLst>
            <pc:docMk/>
            <pc:sldMk cId="3815200073" sldId="3561"/>
            <ac:spMk id="15" creationId="{F8AE9622-2041-ECF8-7F5D-57D4C83C1AB5}"/>
          </ac:spMkLst>
        </pc:spChg>
        <pc:graphicFrameChg chg="mod">
          <ac:chgData name="Rashika Bahl" userId="06a7e724-d889-4b93-b11d-e1aab9f62189" providerId="ADAL" clId="{513EC036-00EC-5314-8CF9-46AE8999ABCA}" dt="2026-09-20T05:44:06.864" v="524" actId="20577"/>
          <ac:graphicFrameMkLst>
            <pc:docMk/>
            <pc:sldMk cId="3815200073" sldId="3561"/>
            <ac:graphicFrameMk id="9" creationId="{769785AE-8B7A-E082-5B7E-007D64CCDAF6}"/>
          </ac:graphicFrameMkLst>
        </pc:graphicFrameChg>
      </pc:sldChg>
      <pc:sldChg chg="add del">
        <pc:chgData name="Rashika Bahl" userId="06a7e724-d889-4b93-b11d-e1aab9f62189" providerId="ADAL" clId="{513EC036-00EC-5314-8CF9-46AE8999ABCA}" dt="2026-09-20T05:48:34.783" v="565" actId="2696"/>
        <pc:sldMkLst>
          <pc:docMk/>
          <pc:sldMk cId="207881592" sldId="3562"/>
        </pc:sldMkLst>
      </pc:sldChg>
      <pc:sldChg chg="addSp delSp modSp add del mod setBg modAnim delDesignElem">
        <pc:chgData name="Rashika Bahl" userId="06a7e724-d889-4b93-b11d-e1aab9f62189" providerId="ADAL" clId="{513EC036-00EC-5314-8CF9-46AE8999ABCA}" dt="2026-09-21T03:50:01.899" v="3529" actId="26606"/>
        <pc:sldMkLst>
          <pc:docMk/>
          <pc:sldMk cId="3822676811" sldId="3563"/>
        </pc:sldMkLst>
        <pc:spChg chg="mod">
          <ac:chgData name="Rashika Bahl" userId="06a7e724-d889-4b93-b11d-e1aab9f62189" providerId="ADAL" clId="{513EC036-00EC-5314-8CF9-46AE8999ABCA}" dt="2026-09-21T03:50:01.899" v="3529" actId="26606"/>
          <ac:spMkLst>
            <pc:docMk/>
            <pc:sldMk cId="3822676811" sldId="3563"/>
            <ac:spMk id="2" creationId="{12FEF129-F009-7049-2237-023C0F6DDC66}"/>
          </ac:spMkLst>
        </pc:spChg>
        <pc:spChg chg="mod ord">
          <ac:chgData name="Rashika Bahl" userId="06a7e724-d889-4b93-b11d-e1aab9f62189" providerId="ADAL" clId="{513EC036-00EC-5314-8CF9-46AE8999ABCA}" dt="2026-09-21T03:50:01.899" v="3529" actId="26606"/>
          <ac:spMkLst>
            <pc:docMk/>
            <pc:sldMk cId="3822676811" sldId="3563"/>
            <ac:spMk id="395" creationId="{346633E1-C185-98D5-EB69-D5664C0B1B27}"/>
          </ac:spMkLst>
        </pc:spChg>
        <pc:spChg chg="add">
          <ac:chgData name="Rashika Bahl" userId="06a7e724-d889-4b93-b11d-e1aab9f62189" providerId="ADAL" clId="{513EC036-00EC-5314-8CF9-46AE8999ABCA}" dt="2026-09-21T03:50:01.899" v="3529" actId="26606"/>
          <ac:spMkLst>
            <pc:docMk/>
            <pc:sldMk cId="3822676811" sldId="3563"/>
            <ac:spMk id="400" creationId="{2C61293E-6EBE-43EF-A52C-9BEBFD7679D4}"/>
          </ac:spMkLst>
        </pc:spChg>
        <pc:spChg chg="add">
          <ac:chgData name="Rashika Bahl" userId="06a7e724-d889-4b93-b11d-e1aab9f62189" providerId="ADAL" clId="{513EC036-00EC-5314-8CF9-46AE8999ABCA}" dt="2026-09-21T03:50:01.899" v="3529" actId="26606"/>
          <ac:spMkLst>
            <pc:docMk/>
            <pc:sldMk cId="3822676811" sldId="3563"/>
            <ac:spMk id="402" creationId="{21540236-BFD5-4A9D-8840-4703E7F76825}"/>
          </ac:spMkLst>
        </pc:spChg>
        <pc:spChg chg="del">
          <ac:chgData name="Rashika Bahl" userId="06a7e724-d889-4b93-b11d-e1aab9f62189" providerId="ADAL" clId="{513EC036-00EC-5314-8CF9-46AE8999ABCA}" dt="2026-09-20T05:47:19.877" v="543"/>
          <ac:spMkLst>
            <pc:docMk/>
            <pc:sldMk cId="3822676811" sldId="3563"/>
            <ac:spMk id="411" creationId="{D009D6D5-DAC2-4A8B-A17A-E206B9012D09}"/>
          </ac:spMkLst>
        </pc:spChg>
        <pc:picChg chg="add del mod">
          <ac:chgData name="Rashika Bahl" userId="06a7e724-d889-4b93-b11d-e1aab9f62189" providerId="ADAL" clId="{513EC036-00EC-5314-8CF9-46AE8999ABCA}" dt="2026-09-20T05:52:41.066" v="589" actId="478"/>
          <ac:picMkLst>
            <pc:docMk/>
            <pc:sldMk cId="3822676811" sldId="3563"/>
            <ac:picMk id="3" creationId="{D8B81F6A-DDAB-3CF9-49BA-5B4A509F8BE5}"/>
          </ac:picMkLst>
        </pc:picChg>
        <pc:picChg chg="add mod">
          <ac:chgData name="Rashika Bahl" userId="06a7e724-d889-4b93-b11d-e1aab9f62189" providerId="ADAL" clId="{513EC036-00EC-5314-8CF9-46AE8999ABCA}" dt="2026-09-21T03:50:01.899" v="3529" actId="26606"/>
          <ac:picMkLst>
            <pc:docMk/>
            <pc:sldMk cId="3822676811" sldId="3563"/>
            <ac:picMk id="4" creationId="{D8361C1A-60C6-6919-43B0-E64665F9F686}"/>
          </ac:picMkLst>
        </pc:picChg>
        <pc:picChg chg="del">
          <ac:chgData name="Rashika Bahl" userId="06a7e724-d889-4b93-b11d-e1aab9f62189" providerId="ADAL" clId="{513EC036-00EC-5314-8CF9-46AE8999ABCA}" dt="2026-09-20T05:52:38.319" v="587" actId="478"/>
          <ac:picMkLst>
            <pc:docMk/>
            <pc:sldMk cId="3822676811" sldId="3563"/>
            <ac:picMk id="393" creationId="{11EB535D-07CD-7041-A3E6-3C237192A920}"/>
          </ac:picMkLst>
        </pc:picChg>
      </pc:sldChg>
      <pc:sldChg chg="add del">
        <pc:chgData name="Rashika Bahl" userId="06a7e724-d889-4b93-b11d-e1aab9f62189" providerId="ADAL" clId="{513EC036-00EC-5314-8CF9-46AE8999ABCA}" dt="2026-09-20T05:51:09.792" v="585" actId="2696"/>
        <pc:sldMkLst>
          <pc:docMk/>
          <pc:sldMk cId="3369013426" sldId="3564"/>
        </pc:sldMkLst>
      </pc:sldChg>
      <pc:sldChg chg="addSp delSp modSp add mod ord setBg">
        <pc:chgData name="Rashika Bahl" userId="06a7e724-d889-4b93-b11d-e1aab9f62189" providerId="ADAL" clId="{513EC036-00EC-5314-8CF9-46AE8999ABCA}" dt="2026-09-21T03:51:44.298" v="3541"/>
        <pc:sldMkLst>
          <pc:docMk/>
          <pc:sldMk cId="584293870" sldId="3565"/>
        </pc:sldMkLst>
        <pc:spChg chg="mod">
          <ac:chgData name="Rashika Bahl" userId="06a7e724-d889-4b93-b11d-e1aab9f62189" providerId="ADAL" clId="{513EC036-00EC-5314-8CF9-46AE8999ABCA}" dt="2026-09-21T03:50:23.904" v="3531" actId="26606"/>
          <ac:spMkLst>
            <pc:docMk/>
            <pc:sldMk cId="584293870" sldId="3565"/>
            <ac:spMk id="2" creationId="{12FEF129-F009-7049-2237-023C0F6DDC66}"/>
          </ac:spMkLst>
        </pc:spChg>
        <pc:spChg chg="mod">
          <ac:chgData name="Rashika Bahl" userId="06a7e724-d889-4b93-b11d-e1aab9f62189" providerId="ADAL" clId="{513EC036-00EC-5314-8CF9-46AE8999ABCA}" dt="2026-09-21T03:50:23.904" v="3531" actId="26606"/>
          <ac:spMkLst>
            <pc:docMk/>
            <pc:sldMk cId="584293870" sldId="3565"/>
            <ac:spMk id="395" creationId="{346633E1-C185-98D5-EB69-D5664C0B1B27}"/>
          </ac:spMkLst>
        </pc:spChg>
        <pc:spChg chg="add">
          <ac:chgData name="Rashika Bahl" userId="06a7e724-d889-4b93-b11d-e1aab9f62189" providerId="ADAL" clId="{513EC036-00EC-5314-8CF9-46AE8999ABCA}" dt="2026-09-21T03:50:23.904" v="3531" actId="26606"/>
          <ac:spMkLst>
            <pc:docMk/>
            <pc:sldMk cId="584293870" sldId="3565"/>
            <ac:spMk id="400" creationId="{2C61293E-6EBE-43EF-A52C-9BEBFD7679D4}"/>
          </ac:spMkLst>
        </pc:spChg>
        <pc:spChg chg="add">
          <ac:chgData name="Rashika Bahl" userId="06a7e724-d889-4b93-b11d-e1aab9f62189" providerId="ADAL" clId="{513EC036-00EC-5314-8CF9-46AE8999ABCA}" dt="2026-09-21T03:50:23.904" v="3531" actId="26606"/>
          <ac:spMkLst>
            <pc:docMk/>
            <pc:sldMk cId="584293870" sldId="3565"/>
            <ac:spMk id="402" creationId="{21540236-BFD5-4A9D-8840-4703E7F76825}"/>
          </ac:spMkLst>
        </pc:spChg>
        <pc:picChg chg="add mod">
          <ac:chgData name="Rashika Bahl" userId="06a7e724-d889-4b93-b11d-e1aab9f62189" providerId="ADAL" clId="{513EC036-00EC-5314-8CF9-46AE8999ABCA}" dt="2026-09-21T03:51:44.298" v="3541"/>
          <ac:picMkLst>
            <pc:docMk/>
            <pc:sldMk cId="584293870" sldId="3565"/>
            <ac:picMk id="3" creationId="{B45658CF-6E35-50D5-CD7F-87E444A51159}"/>
          </ac:picMkLst>
        </pc:picChg>
        <pc:picChg chg="del mod">
          <ac:chgData name="Rashika Bahl" userId="06a7e724-d889-4b93-b11d-e1aab9f62189" providerId="ADAL" clId="{513EC036-00EC-5314-8CF9-46AE8999ABCA}" dt="2026-09-21T03:51:43.851" v="3540" actId="478"/>
          <ac:picMkLst>
            <pc:docMk/>
            <pc:sldMk cId="584293870" sldId="3565"/>
            <ac:picMk id="393" creationId="{11EB535D-07CD-7041-A3E6-3C237192A920}"/>
          </ac:picMkLst>
        </pc:picChg>
      </pc:sldChg>
      <pc:sldChg chg="addSp delSp modSp add mod ord setBg modAnim">
        <pc:chgData name="Rashika Bahl" userId="06a7e724-d889-4b93-b11d-e1aab9f62189" providerId="ADAL" clId="{513EC036-00EC-5314-8CF9-46AE8999ABCA}" dt="2026-09-21T03:53:54.522" v="3577" actId="403"/>
        <pc:sldMkLst>
          <pc:docMk/>
          <pc:sldMk cId="3944147859" sldId="3566"/>
        </pc:sldMkLst>
        <pc:spChg chg="mod">
          <ac:chgData name="Rashika Bahl" userId="06a7e724-d889-4b93-b11d-e1aab9f62189" providerId="ADAL" clId="{513EC036-00EC-5314-8CF9-46AE8999ABCA}" dt="2026-09-21T03:50:14.028" v="3530" actId="26606"/>
          <ac:spMkLst>
            <pc:docMk/>
            <pc:sldMk cId="3944147859" sldId="3566"/>
            <ac:spMk id="2" creationId="{12FEF129-F009-7049-2237-023C0F6DDC66}"/>
          </ac:spMkLst>
        </pc:spChg>
        <pc:spChg chg="mod">
          <ac:chgData name="Rashika Bahl" userId="06a7e724-d889-4b93-b11d-e1aab9f62189" providerId="ADAL" clId="{513EC036-00EC-5314-8CF9-46AE8999ABCA}" dt="2026-09-21T03:53:54.522" v="3577" actId="403"/>
          <ac:spMkLst>
            <pc:docMk/>
            <pc:sldMk cId="3944147859" sldId="3566"/>
            <ac:spMk id="395" creationId="{346633E1-C185-98D5-EB69-D5664C0B1B27}"/>
          </ac:spMkLst>
        </pc:spChg>
        <pc:spChg chg="add">
          <ac:chgData name="Rashika Bahl" userId="06a7e724-d889-4b93-b11d-e1aab9f62189" providerId="ADAL" clId="{513EC036-00EC-5314-8CF9-46AE8999ABCA}" dt="2026-09-21T03:50:14.028" v="3530" actId="26606"/>
          <ac:spMkLst>
            <pc:docMk/>
            <pc:sldMk cId="3944147859" sldId="3566"/>
            <ac:spMk id="400" creationId="{2C61293E-6EBE-43EF-A52C-9BEBFD7679D4}"/>
          </ac:spMkLst>
        </pc:spChg>
        <pc:spChg chg="add">
          <ac:chgData name="Rashika Bahl" userId="06a7e724-d889-4b93-b11d-e1aab9f62189" providerId="ADAL" clId="{513EC036-00EC-5314-8CF9-46AE8999ABCA}" dt="2026-09-21T03:50:14.028" v="3530" actId="26606"/>
          <ac:spMkLst>
            <pc:docMk/>
            <pc:sldMk cId="3944147859" sldId="3566"/>
            <ac:spMk id="402" creationId="{21540236-BFD5-4A9D-8840-4703E7F76825}"/>
          </ac:spMkLst>
        </pc:spChg>
        <pc:picChg chg="add mod">
          <ac:chgData name="Rashika Bahl" userId="06a7e724-d889-4b93-b11d-e1aab9f62189" providerId="ADAL" clId="{513EC036-00EC-5314-8CF9-46AE8999ABCA}" dt="2026-09-21T03:51:39.947" v="3539"/>
          <ac:picMkLst>
            <pc:docMk/>
            <pc:sldMk cId="3944147859" sldId="3566"/>
            <ac:picMk id="3" creationId="{74352340-541E-426C-7B2A-48F9CE39983F}"/>
          </ac:picMkLst>
        </pc:picChg>
        <pc:picChg chg="del mod">
          <ac:chgData name="Rashika Bahl" userId="06a7e724-d889-4b93-b11d-e1aab9f62189" providerId="ADAL" clId="{513EC036-00EC-5314-8CF9-46AE8999ABCA}" dt="2026-09-21T03:51:39.307" v="3538" actId="478"/>
          <ac:picMkLst>
            <pc:docMk/>
            <pc:sldMk cId="3944147859" sldId="3566"/>
            <ac:picMk id="393" creationId="{11EB535D-07CD-7041-A3E6-3C237192A920}"/>
          </ac:picMkLst>
        </pc:picChg>
      </pc:sldChg>
      <pc:sldChg chg="addSp delSp modSp add mod setBg">
        <pc:chgData name="Rashika Bahl" userId="06a7e724-d889-4b93-b11d-e1aab9f62189" providerId="ADAL" clId="{513EC036-00EC-5314-8CF9-46AE8999ABCA}" dt="2026-09-21T03:54:04.810" v="3578" actId="403"/>
        <pc:sldMkLst>
          <pc:docMk/>
          <pc:sldMk cId="1399578496" sldId="3567"/>
        </pc:sldMkLst>
        <pc:spChg chg="mod">
          <ac:chgData name="Rashika Bahl" userId="06a7e724-d889-4b93-b11d-e1aab9f62189" providerId="ADAL" clId="{513EC036-00EC-5314-8CF9-46AE8999ABCA}" dt="2026-09-21T03:50:38.951" v="3532" actId="26606"/>
          <ac:spMkLst>
            <pc:docMk/>
            <pc:sldMk cId="1399578496" sldId="3567"/>
            <ac:spMk id="2" creationId="{12FEF129-F009-7049-2237-023C0F6DDC66}"/>
          </ac:spMkLst>
        </pc:spChg>
        <pc:spChg chg="mod ord">
          <ac:chgData name="Rashika Bahl" userId="06a7e724-d889-4b93-b11d-e1aab9f62189" providerId="ADAL" clId="{513EC036-00EC-5314-8CF9-46AE8999ABCA}" dt="2026-09-21T03:54:04.810" v="3578" actId="403"/>
          <ac:spMkLst>
            <pc:docMk/>
            <pc:sldMk cId="1399578496" sldId="3567"/>
            <ac:spMk id="395" creationId="{346633E1-C185-98D5-EB69-D5664C0B1B27}"/>
          </ac:spMkLst>
        </pc:spChg>
        <pc:spChg chg="add">
          <ac:chgData name="Rashika Bahl" userId="06a7e724-d889-4b93-b11d-e1aab9f62189" providerId="ADAL" clId="{513EC036-00EC-5314-8CF9-46AE8999ABCA}" dt="2026-09-21T03:50:38.951" v="3532" actId="26606"/>
          <ac:spMkLst>
            <pc:docMk/>
            <pc:sldMk cId="1399578496" sldId="3567"/>
            <ac:spMk id="397" creationId="{2C61293E-6EBE-43EF-A52C-9BEBFD7679D4}"/>
          </ac:spMkLst>
        </pc:spChg>
        <pc:spChg chg="add">
          <ac:chgData name="Rashika Bahl" userId="06a7e724-d889-4b93-b11d-e1aab9f62189" providerId="ADAL" clId="{513EC036-00EC-5314-8CF9-46AE8999ABCA}" dt="2026-09-21T03:50:38.951" v="3532" actId="26606"/>
          <ac:spMkLst>
            <pc:docMk/>
            <pc:sldMk cId="1399578496" sldId="3567"/>
            <ac:spMk id="402" creationId="{3FCFB1DE-0B7E-48CC-BA90-B2AB0889F9D6}"/>
          </ac:spMkLst>
        </pc:spChg>
        <pc:picChg chg="add del mod">
          <ac:chgData name="Rashika Bahl" userId="06a7e724-d889-4b93-b11d-e1aab9f62189" providerId="ADAL" clId="{513EC036-00EC-5314-8CF9-46AE8999ABCA}" dt="2026-09-21T03:51:46.240" v="3542" actId="478"/>
          <ac:picMkLst>
            <pc:docMk/>
            <pc:sldMk cId="1399578496" sldId="3567"/>
            <ac:picMk id="3" creationId="{804D4183-2992-C24B-DFA7-FF14DCE29A1F}"/>
          </ac:picMkLst>
        </pc:picChg>
        <pc:picChg chg="add mod">
          <ac:chgData name="Rashika Bahl" userId="06a7e724-d889-4b93-b11d-e1aab9f62189" providerId="ADAL" clId="{513EC036-00EC-5314-8CF9-46AE8999ABCA}" dt="2026-09-21T03:51:49.435" v="3544" actId="1076"/>
          <ac:picMkLst>
            <pc:docMk/>
            <pc:sldMk cId="1399578496" sldId="3567"/>
            <ac:picMk id="4" creationId="{177B7079-DDDF-38EB-9537-123DBBB3F280}"/>
          </ac:picMkLst>
        </pc:picChg>
        <pc:picChg chg="del">
          <ac:chgData name="Rashika Bahl" userId="06a7e724-d889-4b93-b11d-e1aab9f62189" providerId="ADAL" clId="{513EC036-00EC-5314-8CF9-46AE8999ABCA}" dt="2026-09-20T06:04:21.505" v="665" actId="478"/>
          <ac:picMkLst>
            <pc:docMk/>
            <pc:sldMk cId="1399578496" sldId="3567"/>
            <ac:picMk id="393" creationId="{11EB535D-07CD-7041-A3E6-3C237192A920}"/>
          </ac:picMkLst>
        </pc:picChg>
        <pc:cxnChg chg="add del">
          <ac:chgData name="Rashika Bahl" userId="06a7e724-d889-4b93-b11d-e1aab9f62189" providerId="ADAL" clId="{513EC036-00EC-5314-8CF9-46AE8999ABCA}" dt="2026-09-20T06:04:51.995" v="672" actId="26606"/>
          <ac:cxnSpMkLst>
            <pc:docMk/>
            <pc:sldMk cId="1399578496" sldId="3567"/>
            <ac:cxnSpMk id="400" creationId="{1503BFE4-729B-D9D0-C17B-501E6AF1127A}"/>
          </ac:cxnSpMkLst>
        </pc:cxnChg>
      </pc:sldChg>
      <pc:sldChg chg="addSp modSp add mod setBg modAnim modNotesTx">
        <pc:chgData name="Rashika Bahl" userId="06a7e724-d889-4b93-b11d-e1aab9f62189" providerId="ADAL" clId="{513EC036-00EC-5314-8CF9-46AE8999ABCA}" dt="2026-09-21T03:49:25.123" v="3527" actId="2710"/>
        <pc:sldMkLst>
          <pc:docMk/>
          <pc:sldMk cId="2151915627" sldId="3568"/>
        </pc:sldMkLst>
        <pc:spChg chg="mod">
          <ac:chgData name="Rashika Bahl" userId="06a7e724-d889-4b93-b11d-e1aab9f62189" providerId="ADAL" clId="{513EC036-00EC-5314-8CF9-46AE8999ABCA}" dt="2026-09-21T03:49:20.302" v="3526" actId="26606"/>
          <ac:spMkLst>
            <pc:docMk/>
            <pc:sldMk cId="2151915627" sldId="3568"/>
            <ac:spMk id="2" creationId="{CFEF6164-F887-2365-18A7-61DC4E63C976}"/>
          </ac:spMkLst>
        </pc:spChg>
        <pc:spChg chg="mod">
          <ac:chgData name="Rashika Bahl" userId="06a7e724-d889-4b93-b11d-e1aab9f62189" providerId="ADAL" clId="{513EC036-00EC-5314-8CF9-46AE8999ABCA}" dt="2026-09-21T03:49:25.123" v="3527" actId="2710"/>
          <ac:spMkLst>
            <pc:docMk/>
            <pc:sldMk cId="2151915627" sldId="3568"/>
            <ac:spMk id="20" creationId="{DB68CEB8-3366-E110-7640-93B42D946EE6}"/>
          </ac:spMkLst>
        </pc:spChg>
        <pc:spChg chg="add">
          <ac:chgData name="Rashika Bahl" userId="06a7e724-d889-4b93-b11d-e1aab9f62189" providerId="ADAL" clId="{513EC036-00EC-5314-8CF9-46AE8999ABCA}" dt="2026-09-21T03:49:20.302" v="3526" actId="26606"/>
          <ac:spMkLst>
            <pc:docMk/>
            <pc:sldMk cId="2151915627" sldId="3568"/>
            <ac:spMk id="1045" creationId="{2C61293E-6EBE-43EF-A52C-9BEBFD7679D4}"/>
          </ac:spMkLst>
        </pc:spChg>
        <pc:spChg chg="add">
          <ac:chgData name="Rashika Bahl" userId="06a7e724-d889-4b93-b11d-e1aab9f62189" providerId="ADAL" clId="{513EC036-00EC-5314-8CF9-46AE8999ABCA}" dt="2026-09-21T03:49:20.302" v="3526" actId="26606"/>
          <ac:spMkLst>
            <pc:docMk/>
            <pc:sldMk cId="2151915627" sldId="3568"/>
            <ac:spMk id="1047" creationId="{21540236-BFD5-4A9D-8840-4703E7F76825}"/>
          </ac:spMkLst>
        </pc:spChg>
        <pc:picChg chg="mod">
          <ac:chgData name="Rashika Bahl" userId="06a7e724-d889-4b93-b11d-e1aab9f62189" providerId="ADAL" clId="{513EC036-00EC-5314-8CF9-46AE8999ABCA}" dt="2026-09-21T03:49:20.302" v="3526" actId="26606"/>
          <ac:picMkLst>
            <pc:docMk/>
            <pc:sldMk cId="2151915627" sldId="3568"/>
            <ac:picMk id="1040" creationId="{9942DB05-A083-E300-B812-4283DABA835B}"/>
          </ac:picMkLst>
        </pc:picChg>
      </pc:sldChg>
      <pc:sldChg chg="addSp delSp modSp add mod ord setBg modAnim">
        <pc:chgData name="Rashika Bahl" userId="06a7e724-d889-4b93-b11d-e1aab9f62189" providerId="ADAL" clId="{513EC036-00EC-5314-8CF9-46AE8999ABCA}" dt="2026-09-21T03:52:25.634" v="3550"/>
        <pc:sldMkLst>
          <pc:docMk/>
          <pc:sldMk cId="4135835145" sldId="3569"/>
        </pc:sldMkLst>
        <pc:spChg chg="mod">
          <ac:chgData name="Rashika Bahl" userId="06a7e724-d889-4b93-b11d-e1aab9f62189" providerId="ADAL" clId="{513EC036-00EC-5314-8CF9-46AE8999ABCA}" dt="2026-09-21T03:51:24.367" v="3536" actId="26606"/>
          <ac:spMkLst>
            <pc:docMk/>
            <pc:sldMk cId="4135835145" sldId="3569"/>
            <ac:spMk id="2" creationId="{165996A0-E67C-7531-40BD-F7922E98E172}"/>
          </ac:spMkLst>
        </pc:spChg>
        <pc:spChg chg="mod ord">
          <ac:chgData name="Rashika Bahl" userId="06a7e724-d889-4b93-b11d-e1aab9f62189" providerId="ADAL" clId="{513EC036-00EC-5314-8CF9-46AE8999ABCA}" dt="2026-09-21T03:51:24.367" v="3536" actId="26606"/>
          <ac:spMkLst>
            <pc:docMk/>
            <pc:sldMk cId="4135835145" sldId="3569"/>
            <ac:spMk id="395" creationId="{9FF18308-A67B-A31A-80D9-E2AE77AD84B0}"/>
          </ac:spMkLst>
        </pc:spChg>
        <pc:spChg chg="add">
          <ac:chgData name="Rashika Bahl" userId="06a7e724-d889-4b93-b11d-e1aab9f62189" providerId="ADAL" clId="{513EC036-00EC-5314-8CF9-46AE8999ABCA}" dt="2026-09-21T03:51:24.367" v="3536" actId="26606"/>
          <ac:spMkLst>
            <pc:docMk/>
            <pc:sldMk cId="4135835145" sldId="3569"/>
            <ac:spMk id="400" creationId="{2C61293E-6EBE-43EF-A52C-9BEBFD7679D4}"/>
          </ac:spMkLst>
        </pc:spChg>
        <pc:spChg chg="add">
          <ac:chgData name="Rashika Bahl" userId="06a7e724-d889-4b93-b11d-e1aab9f62189" providerId="ADAL" clId="{513EC036-00EC-5314-8CF9-46AE8999ABCA}" dt="2026-09-21T03:51:24.367" v="3536" actId="26606"/>
          <ac:spMkLst>
            <pc:docMk/>
            <pc:sldMk cId="4135835145" sldId="3569"/>
            <ac:spMk id="402" creationId="{21540236-BFD5-4A9D-8840-4703E7F76825}"/>
          </ac:spMkLst>
        </pc:spChg>
        <pc:picChg chg="add del mod">
          <ac:chgData name="Rashika Bahl" userId="06a7e724-d889-4b93-b11d-e1aab9f62189" providerId="ADAL" clId="{513EC036-00EC-5314-8CF9-46AE8999ABCA}" dt="2026-09-21T03:52:25.271" v="3549" actId="478"/>
          <ac:picMkLst>
            <pc:docMk/>
            <pc:sldMk cId="4135835145" sldId="3569"/>
            <ac:picMk id="3" creationId="{6CC14663-C756-3C4F-8B4F-B61F3C7C390A}"/>
          </ac:picMkLst>
        </pc:picChg>
        <pc:picChg chg="del">
          <ac:chgData name="Rashika Bahl" userId="06a7e724-d889-4b93-b11d-e1aab9f62189" providerId="ADAL" clId="{513EC036-00EC-5314-8CF9-46AE8999ABCA}" dt="2026-09-20T06:10:01.146" v="879" actId="478"/>
          <ac:picMkLst>
            <pc:docMk/>
            <pc:sldMk cId="4135835145" sldId="3569"/>
            <ac:picMk id="4" creationId="{7CA3070C-98DC-1B50-4589-DAD8E67EA619}"/>
          </ac:picMkLst>
        </pc:picChg>
        <pc:picChg chg="add mod">
          <ac:chgData name="Rashika Bahl" userId="06a7e724-d889-4b93-b11d-e1aab9f62189" providerId="ADAL" clId="{513EC036-00EC-5314-8CF9-46AE8999ABCA}" dt="2026-09-21T03:52:25.634" v="3550"/>
          <ac:picMkLst>
            <pc:docMk/>
            <pc:sldMk cId="4135835145" sldId="3569"/>
            <ac:picMk id="4" creationId="{CEEBB52D-8B1C-2BDA-4E3E-65ABC8DB768D}"/>
          </ac:picMkLst>
        </pc:picChg>
      </pc:sldChg>
      <pc:sldChg chg="addSp delSp modSp add mod setBg modAnim">
        <pc:chgData name="Rashika Bahl" userId="06a7e724-d889-4b93-b11d-e1aab9f62189" providerId="ADAL" clId="{513EC036-00EC-5314-8CF9-46AE8999ABCA}" dt="2026-09-21T03:52:45.171" v="3559" actId="26606"/>
        <pc:sldMkLst>
          <pc:docMk/>
          <pc:sldMk cId="411663808" sldId="3570"/>
        </pc:sldMkLst>
        <pc:spChg chg="mod">
          <ac:chgData name="Rashika Bahl" userId="06a7e724-d889-4b93-b11d-e1aab9f62189" providerId="ADAL" clId="{513EC036-00EC-5314-8CF9-46AE8999ABCA}" dt="2026-09-21T03:52:45.171" v="3559" actId="26606"/>
          <ac:spMkLst>
            <pc:docMk/>
            <pc:sldMk cId="411663808" sldId="3570"/>
            <ac:spMk id="2" creationId="{51BA9884-FC99-7644-6C6E-90C149E9102A}"/>
          </ac:spMkLst>
        </pc:spChg>
        <pc:spChg chg="mod ord">
          <ac:chgData name="Rashika Bahl" userId="06a7e724-d889-4b93-b11d-e1aab9f62189" providerId="ADAL" clId="{513EC036-00EC-5314-8CF9-46AE8999ABCA}" dt="2026-09-21T03:52:45.171" v="3559" actId="26606"/>
          <ac:spMkLst>
            <pc:docMk/>
            <pc:sldMk cId="411663808" sldId="3570"/>
            <ac:spMk id="395" creationId="{5DC4F9B6-8E9C-30FA-D09F-F08F2F02D2B5}"/>
          </ac:spMkLst>
        </pc:spChg>
        <pc:spChg chg="add">
          <ac:chgData name="Rashika Bahl" userId="06a7e724-d889-4b93-b11d-e1aab9f62189" providerId="ADAL" clId="{513EC036-00EC-5314-8CF9-46AE8999ABCA}" dt="2026-09-21T03:52:45.171" v="3559" actId="26606"/>
          <ac:spMkLst>
            <pc:docMk/>
            <pc:sldMk cId="411663808" sldId="3570"/>
            <ac:spMk id="400" creationId="{2C61293E-6EBE-43EF-A52C-9BEBFD7679D4}"/>
          </ac:spMkLst>
        </pc:spChg>
        <pc:spChg chg="add">
          <ac:chgData name="Rashika Bahl" userId="06a7e724-d889-4b93-b11d-e1aab9f62189" providerId="ADAL" clId="{513EC036-00EC-5314-8CF9-46AE8999ABCA}" dt="2026-09-21T03:52:45.171" v="3559" actId="26606"/>
          <ac:spMkLst>
            <pc:docMk/>
            <pc:sldMk cId="411663808" sldId="3570"/>
            <ac:spMk id="402" creationId="{21540236-BFD5-4A9D-8840-4703E7F76825}"/>
          </ac:spMkLst>
        </pc:spChg>
        <pc:picChg chg="del">
          <ac:chgData name="Rashika Bahl" userId="06a7e724-d889-4b93-b11d-e1aab9f62189" providerId="ADAL" clId="{513EC036-00EC-5314-8CF9-46AE8999ABCA}" dt="2026-09-21T03:52:38.476" v="3557" actId="478"/>
          <ac:picMkLst>
            <pc:docMk/>
            <pc:sldMk cId="411663808" sldId="3570"/>
            <ac:picMk id="3" creationId="{55FE20F4-0F31-5961-52D5-E7B0533B416C}"/>
          </ac:picMkLst>
        </pc:picChg>
        <pc:picChg chg="add mod">
          <ac:chgData name="Rashika Bahl" userId="06a7e724-d889-4b93-b11d-e1aab9f62189" providerId="ADAL" clId="{513EC036-00EC-5314-8CF9-46AE8999ABCA}" dt="2026-09-21T03:52:38.996" v="3558"/>
          <ac:picMkLst>
            <pc:docMk/>
            <pc:sldMk cId="411663808" sldId="3570"/>
            <ac:picMk id="4" creationId="{7438D889-FDA8-49FD-7BF7-B6767927302B}"/>
          </ac:picMkLst>
        </pc:picChg>
      </pc:sldChg>
      <pc:sldChg chg="modSp add del mod">
        <pc:chgData name="Rashika Bahl" userId="06a7e724-d889-4b93-b11d-e1aab9f62189" providerId="ADAL" clId="{513EC036-00EC-5314-8CF9-46AE8999ABCA}" dt="2026-09-20T06:08:27.323" v="794" actId="2696"/>
        <pc:sldMkLst>
          <pc:docMk/>
          <pc:sldMk cId="2597595433" sldId="3570"/>
        </pc:sldMkLst>
        <pc:spChg chg="mod">
          <ac:chgData name="Rashika Bahl" userId="06a7e724-d889-4b93-b11d-e1aab9f62189" providerId="ADAL" clId="{513EC036-00EC-5314-8CF9-46AE8999ABCA}" dt="2026-09-20T06:08:09.290" v="793" actId="27636"/>
          <ac:spMkLst>
            <pc:docMk/>
            <pc:sldMk cId="2597595433" sldId="3570"/>
            <ac:spMk id="2" creationId="{0BCA3865-21F6-9833-750A-307D2B84AEDD}"/>
          </ac:spMkLst>
        </pc:spChg>
      </pc:sldChg>
      <pc:sldChg chg="addSp delSp modSp add mod ord modNotesTx">
        <pc:chgData name="Rashika Bahl" userId="06a7e724-d889-4b93-b11d-e1aab9f62189" providerId="ADAL" clId="{513EC036-00EC-5314-8CF9-46AE8999ABCA}" dt="2026-09-21T03:53:13.556" v="3564" actId="20577"/>
        <pc:sldMkLst>
          <pc:docMk/>
          <pc:sldMk cId="237793268" sldId="3571"/>
        </pc:sldMkLst>
        <pc:spChg chg="mod">
          <ac:chgData name="Rashika Bahl" userId="06a7e724-d889-4b93-b11d-e1aab9f62189" providerId="ADAL" clId="{513EC036-00EC-5314-8CF9-46AE8999ABCA}" dt="2026-09-21T03:52:20.030" v="3548" actId="26606"/>
          <ac:spMkLst>
            <pc:docMk/>
            <pc:sldMk cId="237793268" sldId="3571"/>
            <ac:spMk id="2" creationId="{806CC04A-BE79-B1C6-27B3-C9E3FE672B1D}"/>
          </ac:spMkLst>
        </pc:spChg>
        <pc:spChg chg="mod">
          <ac:chgData name="Rashika Bahl" userId="06a7e724-d889-4b93-b11d-e1aab9f62189" providerId="ADAL" clId="{513EC036-00EC-5314-8CF9-46AE8999ABCA}" dt="2026-09-21T03:52:20.030" v="3548" actId="26606"/>
          <ac:spMkLst>
            <pc:docMk/>
            <pc:sldMk cId="237793268" sldId="3571"/>
            <ac:spMk id="3" creationId="{43AF8C3D-E0DD-FEA8-ADA7-FDE1428FBCFA}"/>
          </ac:spMkLst>
        </pc:spChg>
        <pc:spChg chg="mod">
          <ac:chgData name="Rashika Bahl" userId="06a7e724-d889-4b93-b11d-e1aab9f62189" providerId="ADAL" clId="{513EC036-00EC-5314-8CF9-46AE8999ABCA}" dt="2026-09-21T03:52:20.030" v="3548" actId="26606"/>
          <ac:spMkLst>
            <pc:docMk/>
            <pc:sldMk cId="237793268" sldId="3571"/>
            <ac:spMk id="4" creationId="{343B0A0E-3729-8F73-50FC-D18111846475}"/>
          </ac:spMkLst>
        </pc:spChg>
        <pc:spChg chg="mod ord">
          <ac:chgData name="Rashika Bahl" userId="06a7e724-d889-4b93-b11d-e1aab9f62189" providerId="ADAL" clId="{513EC036-00EC-5314-8CF9-46AE8999ABCA}" dt="2026-09-21T03:52:20.030" v="3548" actId="26606"/>
          <ac:spMkLst>
            <pc:docMk/>
            <pc:sldMk cId="237793268" sldId="3571"/>
            <ac:spMk id="5" creationId="{EAF940F2-60FF-AD68-43C6-D2AE33B41834}"/>
          </ac:spMkLst>
        </pc:spChg>
        <pc:spChg chg="del">
          <ac:chgData name="Rashika Bahl" userId="06a7e724-d889-4b93-b11d-e1aab9f62189" providerId="ADAL" clId="{513EC036-00EC-5314-8CF9-46AE8999ABCA}" dt="2026-09-20T06:50:39.184" v="2266" actId="26606"/>
          <ac:spMkLst>
            <pc:docMk/>
            <pc:sldMk cId="237793268" sldId="3571"/>
            <ac:spMk id="22" creationId="{D6B478D6-DC68-EC63-4375-A74279ADEC15}"/>
          </ac:spMkLst>
        </pc:spChg>
        <pc:spChg chg="del">
          <ac:chgData name="Rashika Bahl" userId="06a7e724-d889-4b93-b11d-e1aab9f62189" providerId="ADAL" clId="{513EC036-00EC-5314-8CF9-46AE8999ABCA}" dt="2026-09-20T06:50:39.184" v="2266" actId="26606"/>
          <ac:spMkLst>
            <pc:docMk/>
            <pc:sldMk cId="237793268" sldId="3571"/>
            <ac:spMk id="24" creationId="{DF20F58E-2C2D-0C87-99CC-761277C112C9}"/>
          </ac:spMkLst>
        </pc:spChg>
        <pc:spChg chg="del">
          <ac:chgData name="Rashika Bahl" userId="06a7e724-d889-4b93-b11d-e1aab9f62189" providerId="ADAL" clId="{513EC036-00EC-5314-8CF9-46AE8999ABCA}" dt="2026-09-20T06:50:39.184" v="2266" actId="26606"/>
          <ac:spMkLst>
            <pc:docMk/>
            <pc:sldMk cId="237793268" sldId="3571"/>
            <ac:spMk id="26" creationId="{44736816-2000-5E95-F7B3-A47EE724D287}"/>
          </ac:spMkLst>
        </pc:spChg>
        <pc:spChg chg="add del">
          <ac:chgData name="Rashika Bahl" userId="06a7e724-d889-4b93-b11d-e1aab9f62189" providerId="ADAL" clId="{513EC036-00EC-5314-8CF9-46AE8999ABCA}" dt="2026-09-21T03:52:20.030" v="3548" actId="26606"/>
          <ac:spMkLst>
            <pc:docMk/>
            <pc:sldMk cId="237793268" sldId="3571"/>
            <ac:spMk id="31" creationId="{F13C74B1-5B17-4795-BED0-7140497B445A}"/>
          </ac:spMkLst>
        </pc:spChg>
        <pc:spChg chg="add del">
          <ac:chgData name="Rashika Bahl" userId="06a7e724-d889-4b93-b11d-e1aab9f62189" providerId="ADAL" clId="{513EC036-00EC-5314-8CF9-46AE8999ABCA}" dt="2026-09-21T03:52:20.030" v="3548" actId="26606"/>
          <ac:spMkLst>
            <pc:docMk/>
            <pc:sldMk cId="237793268" sldId="3571"/>
            <ac:spMk id="33" creationId="{D4974D33-8DC5-464E-8C6D-BE58F0669C17}"/>
          </ac:spMkLst>
        </pc:spChg>
        <pc:spChg chg="add">
          <ac:chgData name="Rashika Bahl" userId="06a7e724-d889-4b93-b11d-e1aab9f62189" providerId="ADAL" clId="{513EC036-00EC-5314-8CF9-46AE8999ABCA}" dt="2026-09-21T03:52:20.030" v="3548" actId="26606"/>
          <ac:spMkLst>
            <pc:docMk/>
            <pc:sldMk cId="237793268" sldId="3571"/>
            <ac:spMk id="38" creationId="{2C61293E-6EBE-43EF-A52C-9BEBFD7679D4}"/>
          </ac:spMkLst>
        </pc:spChg>
        <pc:spChg chg="add">
          <ac:chgData name="Rashika Bahl" userId="06a7e724-d889-4b93-b11d-e1aab9f62189" providerId="ADAL" clId="{513EC036-00EC-5314-8CF9-46AE8999ABCA}" dt="2026-09-21T03:52:20.030" v="3548" actId="26606"/>
          <ac:spMkLst>
            <pc:docMk/>
            <pc:sldMk cId="237793268" sldId="3571"/>
            <ac:spMk id="40" creationId="{21540236-BFD5-4A9D-8840-4703E7F76825}"/>
          </ac:spMkLst>
        </pc:spChg>
        <pc:picChg chg="add mod ord">
          <ac:chgData name="Rashika Bahl" userId="06a7e724-d889-4b93-b11d-e1aab9f62189" providerId="ADAL" clId="{513EC036-00EC-5314-8CF9-46AE8999ABCA}" dt="2026-09-21T03:52:20.030" v="3548" actId="26606"/>
          <ac:picMkLst>
            <pc:docMk/>
            <pc:sldMk cId="237793268" sldId="3571"/>
            <ac:picMk id="7" creationId="{60B25BD2-BEA2-3FE0-999D-2B79D85AE426}"/>
          </ac:picMkLst>
        </pc:picChg>
        <pc:picChg chg="del">
          <ac:chgData name="Rashika Bahl" userId="06a7e724-d889-4b93-b11d-e1aab9f62189" providerId="ADAL" clId="{513EC036-00EC-5314-8CF9-46AE8999ABCA}" dt="2026-09-20T06:50:24.178" v="2262" actId="478"/>
          <ac:picMkLst>
            <pc:docMk/>
            <pc:sldMk cId="237793268" sldId="3571"/>
            <ac:picMk id="8" creationId="{4B9A1731-BB40-D2A6-5CC5-D12F7D1447D5}"/>
          </ac:picMkLst>
        </pc:picChg>
      </pc:sldChg>
      <pc:sldChg chg="addSp delSp modSp add mod ord setBg modAnim">
        <pc:chgData name="Rashika Bahl" userId="06a7e724-d889-4b93-b11d-e1aab9f62189" providerId="ADAL" clId="{513EC036-00EC-5314-8CF9-46AE8999ABCA}" dt="2026-09-21T03:54:56.939" v="3675" actId="20577"/>
        <pc:sldMkLst>
          <pc:docMk/>
          <pc:sldMk cId="2042395214" sldId="3572"/>
        </pc:sldMkLst>
        <pc:spChg chg="del mod">
          <ac:chgData name="Rashika Bahl" userId="06a7e724-d889-4b93-b11d-e1aab9f62189" providerId="ADAL" clId="{513EC036-00EC-5314-8CF9-46AE8999ABCA}" dt="2026-09-21T03:44:32.514" v="3505" actId="478"/>
          <ac:spMkLst>
            <pc:docMk/>
            <pc:sldMk cId="2042395214" sldId="3572"/>
            <ac:spMk id="2" creationId="{E180F0C5-D1D1-F3BD-3A88-009FE1DDC03F}"/>
          </ac:spMkLst>
        </pc:spChg>
        <pc:spChg chg="add del mod">
          <ac:chgData name="Rashika Bahl" userId="06a7e724-d889-4b93-b11d-e1aab9f62189" providerId="ADAL" clId="{513EC036-00EC-5314-8CF9-46AE8999ABCA}" dt="2026-09-21T03:44:39.774" v="3508" actId="478"/>
          <ac:spMkLst>
            <pc:docMk/>
            <pc:sldMk cId="2042395214" sldId="3572"/>
            <ac:spMk id="4" creationId="{08541995-C989-5149-77DF-C90E3866D296}"/>
          </ac:spMkLst>
        </pc:spChg>
        <pc:spChg chg="add del mod">
          <ac:chgData name="Rashika Bahl" userId="06a7e724-d889-4b93-b11d-e1aab9f62189" providerId="ADAL" clId="{513EC036-00EC-5314-8CF9-46AE8999ABCA}" dt="2026-09-21T03:44:33.753" v="3506" actId="478"/>
          <ac:spMkLst>
            <pc:docMk/>
            <pc:sldMk cId="2042395214" sldId="3572"/>
            <ac:spMk id="6" creationId="{08A5EF9A-7977-B9E3-4FC7-AA3B002F5302}"/>
          </ac:spMkLst>
        </pc:spChg>
        <pc:spChg chg="add mod">
          <ac:chgData name="Rashika Bahl" userId="06a7e724-d889-4b93-b11d-e1aab9f62189" providerId="ADAL" clId="{513EC036-00EC-5314-8CF9-46AE8999ABCA}" dt="2026-09-21T03:51:18.833" v="3535" actId="26606"/>
          <ac:spMkLst>
            <pc:docMk/>
            <pc:sldMk cId="2042395214" sldId="3572"/>
            <ac:spMk id="7" creationId="{AE8BA5C3-C705-9895-5E58-EA2BAD530FD2}"/>
          </ac:spMkLst>
        </pc:spChg>
        <pc:spChg chg="mod ord">
          <ac:chgData name="Rashika Bahl" userId="06a7e724-d889-4b93-b11d-e1aab9f62189" providerId="ADAL" clId="{513EC036-00EC-5314-8CF9-46AE8999ABCA}" dt="2026-09-21T03:54:56.939" v="3675" actId="20577"/>
          <ac:spMkLst>
            <pc:docMk/>
            <pc:sldMk cId="2042395214" sldId="3572"/>
            <ac:spMk id="395" creationId="{261581DC-1560-044E-A4C2-A28703DFB6F6}"/>
          </ac:spMkLst>
        </pc:spChg>
        <pc:spChg chg="add">
          <ac:chgData name="Rashika Bahl" userId="06a7e724-d889-4b93-b11d-e1aab9f62189" providerId="ADAL" clId="{513EC036-00EC-5314-8CF9-46AE8999ABCA}" dt="2026-09-21T03:51:18.833" v="3535" actId="26606"/>
          <ac:spMkLst>
            <pc:docMk/>
            <pc:sldMk cId="2042395214" sldId="3572"/>
            <ac:spMk id="400" creationId="{2C61293E-6EBE-43EF-A52C-9BEBFD7679D4}"/>
          </ac:spMkLst>
        </pc:spChg>
        <pc:spChg chg="add">
          <ac:chgData name="Rashika Bahl" userId="06a7e724-d889-4b93-b11d-e1aab9f62189" providerId="ADAL" clId="{513EC036-00EC-5314-8CF9-46AE8999ABCA}" dt="2026-09-21T03:51:18.833" v="3535" actId="26606"/>
          <ac:spMkLst>
            <pc:docMk/>
            <pc:sldMk cId="2042395214" sldId="3572"/>
            <ac:spMk id="402" creationId="{21540236-BFD5-4A9D-8840-4703E7F76825}"/>
          </ac:spMkLst>
        </pc:spChg>
        <pc:picChg chg="del mod ord">
          <ac:chgData name="Rashika Bahl" userId="06a7e724-d889-4b93-b11d-e1aab9f62189" providerId="ADAL" clId="{513EC036-00EC-5314-8CF9-46AE8999ABCA}" dt="2026-09-21T03:52:27.098" v="3551" actId="478"/>
          <ac:picMkLst>
            <pc:docMk/>
            <pc:sldMk cId="2042395214" sldId="3572"/>
            <ac:picMk id="3" creationId="{BA41ADC0-3E8C-4635-F283-E88C437E5B90}"/>
          </ac:picMkLst>
        </pc:picChg>
        <pc:picChg chg="add mod">
          <ac:chgData name="Rashika Bahl" userId="06a7e724-d889-4b93-b11d-e1aab9f62189" providerId="ADAL" clId="{513EC036-00EC-5314-8CF9-46AE8999ABCA}" dt="2026-09-21T03:52:27.572" v="3552"/>
          <ac:picMkLst>
            <pc:docMk/>
            <pc:sldMk cId="2042395214" sldId="3572"/>
            <ac:picMk id="8" creationId="{7A521A49-8538-B7C1-6509-E6D6D1397C0C}"/>
          </ac:picMkLst>
        </pc:picChg>
      </pc:sldChg>
      <pc:sldChg chg="add del">
        <pc:chgData name="Rashika Bahl" userId="06a7e724-d889-4b93-b11d-e1aab9f62189" providerId="ADAL" clId="{513EC036-00EC-5314-8CF9-46AE8999ABCA}" dt="2026-09-20T06:52:39.523" v="2268" actId="2696"/>
        <pc:sldMkLst>
          <pc:docMk/>
          <pc:sldMk cId="3044261574" sldId="3572"/>
        </pc:sldMkLst>
      </pc:sldChg>
      <pc:sldChg chg="new del">
        <pc:chgData name="Rashika Bahl" userId="06a7e724-d889-4b93-b11d-e1aab9f62189" providerId="ADAL" clId="{513EC036-00EC-5314-8CF9-46AE8999ABCA}" dt="2026-09-20T06:55:10.093" v="2324" actId="2696"/>
        <pc:sldMkLst>
          <pc:docMk/>
          <pc:sldMk cId="3864098581" sldId="3572"/>
        </pc:sldMkLst>
      </pc:sldChg>
      <pc:sldChg chg="addSp delSp modSp add mod ord setBg modAnim">
        <pc:chgData name="Rashika Bahl" userId="06a7e724-d889-4b93-b11d-e1aab9f62189" providerId="ADAL" clId="{513EC036-00EC-5314-8CF9-46AE8999ABCA}" dt="2026-09-21T03:55:10.212" v="3680" actId="404"/>
        <pc:sldMkLst>
          <pc:docMk/>
          <pc:sldMk cId="3100091228" sldId="3573"/>
        </pc:sldMkLst>
        <pc:spChg chg="mod">
          <ac:chgData name="Rashika Bahl" userId="06a7e724-d889-4b93-b11d-e1aab9f62189" providerId="ADAL" clId="{513EC036-00EC-5314-8CF9-46AE8999ABCA}" dt="2026-09-21T03:52:54.658" v="3562" actId="26606"/>
          <ac:spMkLst>
            <pc:docMk/>
            <pc:sldMk cId="3100091228" sldId="3573"/>
            <ac:spMk id="2" creationId="{3DCF66BD-3CAE-0E66-C646-3F1A27055660}"/>
          </ac:spMkLst>
        </pc:spChg>
        <pc:spChg chg="mod">
          <ac:chgData name="Rashika Bahl" userId="06a7e724-d889-4b93-b11d-e1aab9f62189" providerId="ADAL" clId="{513EC036-00EC-5314-8CF9-46AE8999ABCA}" dt="2026-09-21T03:55:10.212" v="3680" actId="404"/>
          <ac:spMkLst>
            <pc:docMk/>
            <pc:sldMk cId="3100091228" sldId="3573"/>
            <ac:spMk id="3" creationId="{BDA6C10A-B48C-13F2-D9A0-837EC6996708}"/>
          </ac:spMkLst>
        </pc:spChg>
        <pc:spChg chg="add">
          <ac:chgData name="Rashika Bahl" userId="06a7e724-d889-4b93-b11d-e1aab9f62189" providerId="ADAL" clId="{513EC036-00EC-5314-8CF9-46AE8999ABCA}" dt="2026-09-21T03:52:54.658" v="3562" actId="26606"/>
          <ac:spMkLst>
            <pc:docMk/>
            <pc:sldMk cId="3100091228" sldId="3573"/>
            <ac:spMk id="9" creationId="{F13C74B1-5B17-4795-BED0-7140497B445A}"/>
          </ac:spMkLst>
        </pc:spChg>
        <pc:spChg chg="add">
          <ac:chgData name="Rashika Bahl" userId="06a7e724-d889-4b93-b11d-e1aab9f62189" providerId="ADAL" clId="{513EC036-00EC-5314-8CF9-46AE8999ABCA}" dt="2026-09-21T03:52:54.658" v="3562" actId="26606"/>
          <ac:spMkLst>
            <pc:docMk/>
            <pc:sldMk cId="3100091228" sldId="3573"/>
            <ac:spMk id="11" creationId="{D4974D33-8DC5-464E-8C6D-BE58F0669C17}"/>
          </ac:spMkLst>
        </pc:spChg>
        <pc:picChg chg="add mod">
          <ac:chgData name="Rashika Bahl" userId="06a7e724-d889-4b93-b11d-e1aab9f62189" providerId="ADAL" clId="{513EC036-00EC-5314-8CF9-46AE8999ABCA}" dt="2026-09-21T03:52:54.658" v="3562" actId="26606"/>
          <ac:picMkLst>
            <pc:docMk/>
            <pc:sldMk cId="3100091228" sldId="3573"/>
            <ac:picMk id="4" creationId="{278B73B9-C9F4-4910-8632-D896D311B65A}"/>
          </ac:picMkLst>
        </pc:picChg>
        <pc:picChg chg="del">
          <ac:chgData name="Rashika Bahl" userId="06a7e724-d889-4b93-b11d-e1aab9f62189" providerId="ADAL" clId="{513EC036-00EC-5314-8CF9-46AE8999ABCA}" dt="2026-09-21T03:52:50.240" v="3560" actId="478"/>
          <ac:picMkLst>
            <pc:docMk/>
            <pc:sldMk cId="3100091228" sldId="3573"/>
            <ac:picMk id="17" creationId="{64005204-2A46-D734-ABCB-895F4A798F50}"/>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046848-464D-514B-89A0-DD363BC9A8C7}" type="doc">
      <dgm:prSet loTypeId="urn:microsoft.com/office/officeart/2024/layout/BulletTimeline" loCatId="icon" qsTypeId="urn:microsoft.com/office/officeart/2005/8/quickstyle/simple1" qsCatId="simple" csTypeId="urn:microsoft.com/office/officeart/2005/8/colors/colorful4" csCatId="colorful" phldr="1"/>
      <dgm:spPr/>
    </dgm:pt>
    <dgm:pt modelId="{DBF56CCD-9E99-724C-BBE7-F78651583FAC}">
      <dgm:prSet phldrT="[Text]"/>
      <dgm:spPr/>
      <dgm:t>
        <a:bodyPr/>
        <a:lstStyle/>
        <a:p>
          <a:pPr>
            <a:defRPr b="1"/>
          </a:pPr>
          <a:r>
            <a:rPr lang="en-GB" dirty="0"/>
            <a:t>Research Design</a:t>
          </a:r>
        </a:p>
      </dgm:t>
    </dgm:pt>
    <dgm:pt modelId="{DEA237D0-5DA6-6447-9F13-7E96E07442A0}" type="parTrans" cxnId="{6403E99B-6263-8A42-86F5-C3C317A20049}">
      <dgm:prSet/>
      <dgm:spPr/>
      <dgm:t>
        <a:bodyPr/>
        <a:lstStyle/>
        <a:p>
          <a:endParaRPr lang="en-GB"/>
        </a:p>
      </dgm:t>
    </dgm:pt>
    <dgm:pt modelId="{86CFEE07-A5EB-F144-A544-673AB0084BC3}" type="sibTrans" cxnId="{6403E99B-6263-8A42-86F5-C3C317A20049}">
      <dgm:prSet/>
      <dgm:spPr/>
      <dgm:t>
        <a:bodyPr/>
        <a:lstStyle/>
        <a:p>
          <a:endParaRPr lang="en-GB"/>
        </a:p>
      </dgm:t>
    </dgm:pt>
    <dgm:pt modelId="{87CF9A30-0473-4A43-A08C-FAD8DA37549E}">
      <dgm:prSet phldrT="[Text]"/>
      <dgm:spPr/>
      <dgm:t>
        <a:bodyPr/>
        <a:lstStyle/>
        <a:p>
          <a:pPr>
            <a:defRPr b="1"/>
          </a:pPr>
          <a:r>
            <a:rPr lang="en-GB" dirty="0"/>
            <a:t>Data Collection</a:t>
          </a:r>
        </a:p>
      </dgm:t>
    </dgm:pt>
    <dgm:pt modelId="{7A15083F-A7A8-504D-9D45-22410AA23F4C}" type="parTrans" cxnId="{7CABD4CC-A2FA-D346-B3B5-1AC72F493FD4}">
      <dgm:prSet/>
      <dgm:spPr/>
      <dgm:t>
        <a:bodyPr/>
        <a:lstStyle/>
        <a:p>
          <a:endParaRPr lang="en-GB"/>
        </a:p>
      </dgm:t>
    </dgm:pt>
    <dgm:pt modelId="{A4A02BA8-6BA5-2D40-819E-F48EE899426A}" type="sibTrans" cxnId="{7CABD4CC-A2FA-D346-B3B5-1AC72F493FD4}">
      <dgm:prSet/>
      <dgm:spPr/>
      <dgm:t>
        <a:bodyPr/>
        <a:lstStyle/>
        <a:p>
          <a:endParaRPr lang="en-GB"/>
        </a:p>
      </dgm:t>
    </dgm:pt>
    <dgm:pt modelId="{4989F3B9-9720-EC41-9A1A-EC489C667EC1}">
      <dgm:prSet phldrT="[Text]"/>
      <dgm:spPr/>
      <dgm:t>
        <a:bodyPr/>
        <a:lstStyle/>
        <a:p>
          <a:pPr>
            <a:defRPr b="1"/>
          </a:pPr>
          <a:r>
            <a:rPr lang="en-GB" dirty="0"/>
            <a:t>Data Analysis</a:t>
          </a:r>
        </a:p>
      </dgm:t>
    </dgm:pt>
    <dgm:pt modelId="{84050F17-020D-7841-8D56-B19CD2A4626E}" type="parTrans" cxnId="{CBE26AAB-2F6A-F741-8A3F-C4066AE7186A}">
      <dgm:prSet/>
      <dgm:spPr/>
      <dgm:t>
        <a:bodyPr/>
        <a:lstStyle/>
        <a:p>
          <a:endParaRPr lang="en-GB"/>
        </a:p>
      </dgm:t>
    </dgm:pt>
    <dgm:pt modelId="{00C9EC14-4C20-A944-84FB-0B82E73D98B8}" type="sibTrans" cxnId="{CBE26AAB-2F6A-F741-8A3F-C4066AE7186A}">
      <dgm:prSet/>
      <dgm:spPr/>
      <dgm:t>
        <a:bodyPr/>
        <a:lstStyle/>
        <a:p>
          <a:endParaRPr lang="en-GB"/>
        </a:p>
      </dgm:t>
    </dgm:pt>
    <dgm:pt modelId="{E4564361-9C14-3448-A5A0-8968A2792DE3}">
      <dgm:prSet phldrT="[Text]"/>
      <dgm:spPr/>
      <dgm:t>
        <a:bodyPr/>
        <a:lstStyle/>
        <a:p>
          <a:pPr>
            <a:defRPr b="1"/>
          </a:pPr>
          <a:r>
            <a:rPr lang="en-GB" dirty="0"/>
            <a:t>Project Scoping</a:t>
          </a:r>
        </a:p>
      </dgm:t>
    </dgm:pt>
    <dgm:pt modelId="{A69120B1-CE1B-ED4A-BCA3-195B9182082E}" type="parTrans" cxnId="{96113526-BA6E-184A-AA15-D1B0A63C76B7}">
      <dgm:prSet/>
      <dgm:spPr/>
      <dgm:t>
        <a:bodyPr/>
        <a:lstStyle/>
        <a:p>
          <a:endParaRPr lang="en-GB"/>
        </a:p>
      </dgm:t>
    </dgm:pt>
    <dgm:pt modelId="{A14325FA-81F5-3743-A469-9C473DB38001}" type="sibTrans" cxnId="{96113526-BA6E-184A-AA15-D1B0A63C76B7}">
      <dgm:prSet/>
      <dgm:spPr/>
      <dgm:t>
        <a:bodyPr/>
        <a:lstStyle/>
        <a:p>
          <a:endParaRPr lang="en-GB"/>
        </a:p>
      </dgm:t>
    </dgm:pt>
    <dgm:pt modelId="{CF2FC40D-740F-5247-AD99-BEFCA0A6C17B}">
      <dgm:prSet phldrT="[Text]"/>
      <dgm:spPr/>
      <dgm:t>
        <a:bodyPr/>
        <a:lstStyle/>
        <a:p>
          <a:pPr>
            <a:defRPr b="1"/>
          </a:pPr>
          <a:r>
            <a:rPr lang="en-GB" dirty="0"/>
            <a:t>Ethics Application</a:t>
          </a:r>
        </a:p>
      </dgm:t>
    </dgm:pt>
    <dgm:pt modelId="{31D03380-4F0E-7143-AD1F-2562967DDB9D}" type="parTrans" cxnId="{4EF7CE74-D339-4043-B988-19E03103AC90}">
      <dgm:prSet/>
      <dgm:spPr/>
      <dgm:t>
        <a:bodyPr/>
        <a:lstStyle/>
        <a:p>
          <a:endParaRPr lang="en-GB"/>
        </a:p>
      </dgm:t>
    </dgm:pt>
    <dgm:pt modelId="{D09B5DAC-C371-B941-9B0A-EFCAC820B42E}" type="sibTrans" cxnId="{4EF7CE74-D339-4043-B988-19E03103AC90}">
      <dgm:prSet/>
      <dgm:spPr/>
      <dgm:t>
        <a:bodyPr/>
        <a:lstStyle/>
        <a:p>
          <a:endParaRPr lang="en-GB"/>
        </a:p>
      </dgm:t>
    </dgm:pt>
    <dgm:pt modelId="{1C86244A-7805-B741-A72E-8B3C1492EDB1}">
      <dgm:prSet phldrT="[Text]"/>
      <dgm:spPr/>
      <dgm:t>
        <a:bodyPr/>
        <a:lstStyle/>
        <a:p>
          <a:pPr>
            <a:defRPr b="1"/>
          </a:pPr>
          <a:r>
            <a:rPr lang="en-GB" dirty="0"/>
            <a:t>Recruitment</a:t>
          </a:r>
        </a:p>
      </dgm:t>
    </dgm:pt>
    <dgm:pt modelId="{6DDB7D53-8D4A-434A-9EDA-1E2E04094375}" type="parTrans" cxnId="{FD240A31-D7AA-4648-B10F-552DC8FB07F7}">
      <dgm:prSet/>
      <dgm:spPr/>
      <dgm:t>
        <a:bodyPr/>
        <a:lstStyle/>
        <a:p>
          <a:endParaRPr lang="en-GB"/>
        </a:p>
      </dgm:t>
    </dgm:pt>
    <dgm:pt modelId="{91341C0A-75E4-0342-B52B-C75804E15D94}" type="sibTrans" cxnId="{FD240A31-D7AA-4648-B10F-552DC8FB07F7}">
      <dgm:prSet/>
      <dgm:spPr/>
      <dgm:t>
        <a:bodyPr/>
        <a:lstStyle/>
        <a:p>
          <a:endParaRPr lang="en-GB"/>
        </a:p>
      </dgm:t>
    </dgm:pt>
    <dgm:pt modelId="{F9C1B191-0CB0-CB46-BF40-39A3F5E1C253}">
      <dgm:prSet phldrT="[Text]"/>
      <dgm:spPr/>
      <dgm:t>
        <a:bodyPr/>
        <a:lstStyle/>
        <a:p>
          <a:pPr>
            <a:defRPr b="1"/>
          </a:pPr>
          <a:r>
            <a:rPr lang="en-GB" dirty="0"/>
            <a:t>Literature Review</a:t>
          </a:r>
        </a:p>
      </dgm:t>
    </dgm:pt>
    <dgm:pt modelId="{08705C4F-69D5-0740-AC99-9447F31FE8E0}" type="parTrans" cxnId="{2AF47BD5-CD9D-6B4C-B277-0498ABC82B50}">
      <dgm:prSet/>
      <dgm:spPr/>
      <dgm:t>
        <a:bodyPr/>
        <a:lstStyle/>
        <a:p>
          <a:endParaRPr lang="en-GB"/>
        </a:p>
      </dgm:t>
    </dgm:pt>
    <dgm:pt modelId="{D519FE7D-C40B-344E-96FC-E1FE7010DB77}" type="sibTrans" cxnId="{2AF47BD5-CD9D-6B4C-B277-0498ABC82B50}">
      <dgm:prSet/>
      <dgm:spPr/>
      <dgm:t>
        <a:bodyPr/>
        <a:lstStyle/>
        <a:p>
          <a:endParaRPr lang="en-GB"/>
        </a:p>
      </dgm:t>
    </dgm:pt>
    <dgm:pt modelId="{93FA64C6-C2DC-B64D-BCBA-4E05360B4AD0}">
      <dgm:prSet phldrT="[Text]"/>
      <dgm:spPr/>
      <dgm:t>
        <a:bodyPr/>
        <a:lstStyle/>
        <a:p>
          <a:pPr>
            <a:defRPr b="1"/>
          </a:pPr>
          <a:r>
            <a:rPr lang="en-GB" dirty="0"/>
            <a:t>Write-up</a:t>
          </a:r>
        </a:p>
      </dgm:t>
    </dgm:pt>
    <dgm:pt modelId="{6A686A22-7FA7-F84A-9B27-95804C86204E}" type="parTrans" cxnId="{91B22D9C-B67D-7746-B036-3BAC20C6A4D3}">
      <dgm:prSet/>
      <dgm:spPr/>
      <dgm:t>
        <a:bodyPr/>
        <a:lstStyle/>
        <a:p>
          <a:endParaRPr lang="en-GB"/>
        </a:p>
      </dgm:t>
    </dgm:pt>
    <dgm:pt modelId="{2C820142-2AC8-F142-A72C-BC74E70F01D3}" type="sibTrans" cxnId="{91B22D9C-B67D-7746-B036-3BAC20C6A4D3}">
      <dgm:prSet/>
      <dgm:spPr/>
      <dgm:t>
        <a:bodyPr/>
        <a:lstStyle/>
        <a:p>
          <a:endParaRPr lang="en-GB"/>
        </a:p>
      </dgm:t>
    </dgm:pt>
    <dgm:pt modelId="{BD64DFE7-EE54-1C40-B5F1-5FEA30742A80}" type="pres">
      <dgm:prSet presAssocID="{79046848-464D-514B-89A0-DD363BC9A8C7}" presName="root" presStyleCnt="0">
        <dgm:presLayoutVars>
          <dgm:dir/>
          <dgm:animLvl val="lvl"/>
        </dgm:presLayoutVars>
      </dgm:prSet>
      <dgm:spPr/>
    </dgm:pt>
    <dgm:pt modelId="{04742FFC-0764-214A-B038-A78FD9AEF9F2}" type="pres">
      <dgm:prSet presAssocID="{79046848-464D-514B-89A0-DD363BC9A8C7}" presName="divider" presStyleCnt="0"/>
      <dgm:spPr/>
    </dgm:pt>
    <dgm:pt modelId="{7CEB3355-E524-EB4B-89A1-60E22E0E2387}" type="pres">
      <dgm:prSet presAssocID="{79046848-464D-514B-89A0-DD363BC9A8C7}" presName="rectBar" presStyleLbl="dkBgShp" presStyleIdx="0" presStyleCnt="10"/>
      <dgm:spPr>
        <a:gradFill rotWithShape="0">
          <a:gsLst>
            <a:gs pos="0">
              <a:schemeClr val="accent4">
                <a:tint val="76000"/>
              </a:schemeClr>
            </a:gs>
            <a:gs pos="100000">
              <a:schemeClr val="accent4">
                <a:tint val="76000"/>
              </a:schemeClr>
            </a:gs>
          </a:gsLst>
          <a:lin ang="0" scaled="0"/>
        </a:gradFill>
        <a:ln>
          <a:noFill/>
        </a:ln>
        <a:effectLst/>
      </dgm:spPr>
    </dgm:pt>
    <dgm:pt modelId="{9B7A149A-0C08-2244-B99A-0222B2FCC471}" type="pres">
      <dgm:prSet presAssocID="{79046848-464D-514B-89A0-DD363BC9A8C7}" presName="chevronArrow" presStyleLbl="dkBgShp" presStyleIdx="1" presStyleCnt="10"/>
      <dgm:spPr>
        <a:gradFill rotWithShape="0">
          <a:gsLst>
            <a:gs pos="0">
              <a:schemeClr val="accent4">
                <a:tint val="76000"/>
              </a:schemeClr>
            </a:gs>
            <a:gs pos="100000">
              <a:schemeClr val="accent4">
                <a:tint val="76000"/>
              </a:schemeClr>
            </a:gs>
          </a:gsLst>
          <a:lin ang="0" scaled="0"/>
        </a:gradFill>
        <a:ln>
          <a:noFill/>
        </a:ln>
        <a:effectLst/>
      </dgm:spPr>
    </dgm:pt>
    <dgm:pt modelId="{BA3B208F-948B-2F41-8760-12B6CFE52CDF}" type="pres">
      <dgm:prSet presAssocID="{79046848-464D-514B-89A0-DD363BC9A8C7}" presName="nodes" presStyleCnt="0">
        <dgm:presLayoutVars>
          <dgm:chMax/>
          <dgm:chPref/>
          <dgm:animLvl val="lvl"/>
        </dgm:presLayoutVars>
      </dgm:prSet>
      <dgm:spPr/>
    </dgm:pt>
    <dgm:pt modelId="{D37269C2-6B2A-544C-BECE-80A12E24E6D5}" type="pres">
      <dgm:prSet presAssocID="{E4564361-9C14-3448-A5A0-8968A2792DE3}" presName="composite" presStyleCnt="0"/>
      <dgm:spPr/>
    </dgm:pt>
    <dgm:pt modelId="{79818092-2A36-D740-ACF9-6418018311D6}" type="pres">
      <dgm:prSet presAssocID="{E4564361-9C14-3448-A5A0-8968A2792DE3}" presName="DropPinPlaceHolder" presStyleCnt="0"/>
      <dgm:spPr/>
    </dgm:pt>
    <dgm:pt modelId="{C27D7293-642B-5343-9D77-CB8098CF64BB}" type="pres">
      <dgm:prSet presAssocID="{E4564361-9C14-3448-A5A0-8968A2792DE3}" presName="DropPin" presStyleLbl="alignNode1" presStyleIdx="0" presStyleCnt="8"/>
      <dgm:spPr/>
    </dgm:pt>
    <dgm:pt modelId="{76804AC7-BF60-094B-8EAD-E45D27769A6B}" type="pres">
      <dgm:prSet presAssocID="{E4564361-9C14-3448-A5A0-8968A2792DE3}" presName="Ellipse" presStyleLbl="fgAcc1" presStyleIdx="0" presStyleCnt="8"/>
      <dgm:spPr/>
    </dgm:pt>
    <dgm:pt modelId="{06EEF0BF-F62A-004A-BF07-9A9EC2AC378B}" type="pres">
      <dgm:prSet presAssocID="{E4564361-9C14-3448-A5A0-8968A2792DE3}" presName="L2TextContainer" presStyleLbl="revTx" presStyleIdx="0" presStyleCnt="16">
        <dgm:presLayoutVars>
          <dgm:bulletEnabled val="1"/>
        </dgm:presLayoutVars>
      </dgm:prSet>
      <dgm:spPr/>
    </dgm:pt>
    <dgm:pt modelId="{B88CEBC5-9369-9549-B52C-02BF1B39C2D1}" type="pres">
      <dgm:prSet presAssocID="{E4564361-9C14-3448-A5A0-8968A2792DE3}" presName="L1TextContainer" presStyleLbl="revTx" presStyleIdx="1" presStyleCnt="16">
        <dgm:presLayoutVars>
          <dgm:chMax val="1"/>
          <dgm:chPref val="1"/>
          <dgm:bulletEnabled val="1"/>
        </dgm:presLayoutVars>
      </dgm:prSet>
      <dgm:spPr/>
    </dgm:pt>
    <dgm:pt modelId="{7F09A018-BD62-774E-A176-4E05AD1F08E1}" type="pres">
      <dgm:prSet presAssocID="{E4564361-9C14-3448-A5A0-8968A2792DE3}" presName="ConnectLine" presStyleLbl="dkBgShp" presStyleIdx="2" presStyleCnt="10"/>
      <dgm:spPr/>
    </dgm:pt>
    <dgm:pt modelId="{4DEA3AED-E7C1-CC42-93A6-D9464CF2564A}" type="pres">
      <dgm:prSet presAssocID="{E4564361-9C14-3448-A5A0-8968A2792DE3}" presName="ConnectorPoint" presStyleCnt="0"/>
      <dgm:spPr/>
    </dgm:pt>
    <dgm:pt modelId="{7808A269-D008-D24E-85A1-3E5352DC88B2}" type="pres">
      <dgm:prSet presAssocID="{E4564361-9C14-3448-A5A0-8968A2792DE3}" presName="Bullet" presStyleLbl="lnNode1" presStyleIdx="0" presStyleCnt="8"/>
      <dgm:spPr/>
    </dgm:pt>
    <dgm:pt modelId="{B7F190B3-D4F9-AE4D-8058-BC7D52422A45}" type="pres">
      <dgm:prSet presAssocID="{E4564361-9C14-3448-A5A0-8968A2792DE3}" presName="EmptyPlaceHolder" presStyleCnt="0"/>
      <dgm:spPr/>
    </dgm:pt>
    <dgm:pt modelId="{D05AEA3A-2D75-1F45-A3F5-3BEDCCD7C5C5}" type="pres">
      <dgm:prSet presAssocID="{A14325FA-81F5-3743-A469-9C473DB38001}" presName="spaceBetweenRectangles" presStyleCnt="0"/>
      <dgm:spPr/>
    </dgm:pt>
    <dgm:pt modelId="{789493D4-B81C-0544-8B61-7D5CC8A2369F}" type="pres">
      <dgm:prSet presAssocID="{F9C1B191-0CB0-CB46-BF40-39A3F5E1C253}" presName="composite" presStyleCnt="0"/>
      <dgm:spPr/>
    </dgm:pt>
    <dgm:pt modelId="{BC7008C1-EF76-3045-A07D-33A93DE37A11}" type="pres">
      <dgm:prSet presAssocID="{F9C1B191-0CB0-CB46-BF40-39A3F5E1C253}" presName="DropPinPlaceHolder" presStyleCnt="0"/>
      <dgm:spPr/>
    </dgm:pt>
    <dgm:pt modelId="{F3C063C8-B757-934C-B5C2-AF5EE279CF2B}" type="pres">
      <dgm:prSet presAssocID="{F9C1B191-0CB0-CB46-BF40-39A3F5E1C253}" presName="DropPin" presStyleLbl="alignNode1" presStyleIdx="1" presStyleCnt="8"/>
      <dgm:spPr/>
    </dgm:pt>
    <dgm:pt modelId="{AB657CAA-41FC-C94A-8361-6F7E0F5E93F6}" type="pres">
      <dgm:prSet presAssocID="{F9C1B191-0CB0-CB46-BF40-39A3F5E1C253}" presName="Ellipse" presStyleLbl="fgAcc1" presStyleIdx="1" presStyleCnt="8"/>
      <dgm:spPr/>
    </dgm:pt>
    <dgm:pt modelId="{D422651D-C960-1F4F-A7F9-FF4406E0BAD1}" type="pres">
      <dgm:prSet presAssocID="{F9C1B191-0CB0-CB46-BF40-39A3F5E1C253}" presName="L2TextContainer" presStyleLbl="revTx" presStyleIdx="2" presStyleCnt="16">
        <dgm:presLayoutVars>
          <dgm:bulletEnabled val="1"/>
        </dgm:presLayoutVars>
      </dgm:prSet>
      <dgm:spPr/>
    </dgm:pt>
    <dgm:pt modelId="{A2190C82-7ABB-364F-A7AD-E001D6778389}" type="pres">
      <dgm:prSet presAssocID="{F9C1B191-0CB0-CB46-BF40-39A3F5E1C253}" presName="L1TextContainer" presStyleLbl="revTx" presStyleIdx="3" presStyleCnt="16">
        <dgm:presLayoutVars>
          <dgm:chMax val="1"/>
          <dgm:chPref val="1"/>
          <dgm:bulletEnabled val="1"/>
        </dgm:presLayoutVars>
      </dgm:prSet>
      <dgm:spPr/>
    </dgm:pt>
    <dgm:pt modelId="{91017AEF-5EA8-4345-8350-025DFA50765E}" type="pres">
      <dgm:prSet presAssocID="{F9C1B191-0CB0-CB46-BF40-39A3F5E1C253}" presName="ConnectLine" presStyleLbl="dkBgShp" presStyleIdx="3" presStyleCnt="10"/>
      <dgm:spPr/>
    </dgm:pt>
    <dgm:pt modelId="{17E0F64C-7068-FB4B-BF73-F1711FA866BD}" type="pres">
      <dgm:prSet presAssocID="{F9C1B191-0CB0-CB46-BF40-39A3F5E1C253}" presName="ConnectorPoint" presStyleCnt="0"/>
      <dgm:spPr/>
    </dgm:pt>
    <dgm:pt modelId="{DA7AD9C5-10BC-5945-B3A5-A9971D7DEE35}" type="pres">
      <dgm:prSet presAssocID="{F9C1B191-0CB0-CB46-BF40-39A3F5E1C253}" presName="Bullet" presStyleLbl="lnNode1" presStyleIdx="1" presStyleCnt="8"/>
      <dgm:spPr/>
    </dgm:pt>
    <dgm:pt modelId="{B797300C-5719-BB4E-A703-0B7C2C93DF4F}" type="pres">
      <dgm:prSet presAssocID="{F9C1B191-0CB0-CB46-BF40-39A3F5E1C253}" presName="EmptyPlaceHolder" presStyleCnt="0"/>
      <dgm:spPr/>
    </dgm:pt>
    <dgm:pt modelId="{2F8EBD64-50AB-3A4D-91D5-BC7E17D1407D}" type="pres">
      <dgm:prSet presAssocID="{D519FE7D-C40B-344E-96FC-E1FE7010DB77}" presName="spaceBetweenRectangles" presStyleCnt="0"/>
      <dgm:spPr/>
    </dgm:pt>
    <dgm:pt modelId="{971A21A6-D8B7-9742-8CDD-4922BA9D706C}" type="pres">
      <dgm:prSet presAssocID="{DBF56CCD-9E99-724C-BBE7-F78651583FAC}" presName="composite" presStyleCnt="0"/>
      <dgm:spPr/>
    </dgm:pt>
    <dgm:pt modelId="{3305B59F-7902-F248-828D-03723999404E}" type="pres">
      <dgm:prSet presAssocID="{DBF56CCD-9E99-724C-BBE7-F78651583FAC}" presName="DropPinPlaceHolder" presStyleCnt="0"/>
      <dgm:spPr/>
    </dgm:pt>
    <dgm:pt modelId="{CF19D163-6131-5341-B575-5DA8A4D36EA4}" type="pres">
      <dgm:prSet presAssocID="{DBF56CCD-9E99-724C-BBE7-F78651583FAC}" presName="DropPin" presStyleLbl="alignNode1" presStyleIdx="2" presStyleCnt="8"/>
      <dgm:spPr/>
    </dgm:pt>
    <dgm:pt modelId="{833D6E85-9753-BA48-A6EA-644265B57FD0}" type="pres">
      <dgm:prSet presAssocID="{DBF56CCD-9E99-724C-BBE7-F78651583FAC}" presName="Ellipse" presStyleLbl="fgAcc1" presStyleIdx="2" presStyleCnt="8"/>
      <dgm:spPr/>
    </dgm:pt>
    <dgm:pt modelId="{2E071600-FC50-0B4C-92C0-516C193629B5}" type="pres">
      <dgm:prSet presAssocID="{DBF56CCD-9E99-724C-BBE7-F78651583FAC}" presName="L2TextContainer" presStyleLbl="revTx" presStyleIdx="4" presStyleCnt="16">
        <dgm:presLayoutVars>
          <dgm:bulletEnabled val="1"/>
        </dgm:presLayoutVars>
      </dgm:prSet>
      <dgm:spPr/>
    </dgm:pt>
    <dgm:pt modelId="{0593A18A-324D-8D4C-A8F7-729493E57366}" type="pres">
      <dgm:prSet presAssocID="{DBF56CCD-9E99-724C-BBE7-F78651583FAC}" presName="L1TextContainer" presStyleLbl="revTx" presStyleIdx="5" presStyleCnt="16">
        <dgm:presLayoutVars>
          <dgm:chMax val="1"/>
          <dgm:chPref val="1"/>
          <dgm:bulletEnabled val="1"/>
        </dgm:presLayoutVars>
      </dgm:prSet>
      <dgm:spPr/>
    </dgm:pt>
    <dgm:pt modelId="{41FB045E-9E4E-D341-8328-0B2983AF50AC}" type="pres">
      <dgm:prSet presAssocID="{DBF56CCD-9E99-724C-BBE7-F78651583FAC}" presName="ConnectLine" presStyleLbl="dkBgShp" presStyleIdx="4" presStyleCnt="10"/>
      <dgm:spPr/>
    </dgm:pt>
    <dgm:pt modelId="{EE62207E-D64E-1641-87AA-37D49E4DA77C}" type="pres">
      <dgm:prSet presAssocID="{DBF56CCD-9E99-724C-BBE7-F78651583FAC}" presName="ConnectorPoint" presStyleCnt="0"/>
      <dgm:spPr/>
    </dgm:pt>
    <dgm:pt modelId="{66548409-9197-EB46-9AC1-069B26274783}" type="pres">
      <dgm:prSet presAssocID="{DBF56CCD-9E99-724C-BBE7-F78651583FAC}" presName="Bullet" presStyleLbl="lnNode1" presStyleIdx="2" presStyleCnt="8"/>
      <dgm:spPr/>
    </dgm:pt>
    <dgm:pt modelId="{6DE952A8-8F56-EF41-BCC3-3EA0D493339F}" type="pres">
      <dgm:prSet presAssocID="{DBF56CCD-9E99-724C-BBE7-F78651583FAC}" presName="EmptyPlaceHolder" presStyleCnt="0"/>
      <dgm:spPr/>
    </dgm:pt>
    <dgm:pt modelId="{6DC477D7-7488-2C4A-ACCC-D2017B72A313}" type="pres">
      <dgm:prSet presAssocID="{86CFEE07-A5EB-F144-A544-673AB0084BC3}" presName="spaceBetweenRectangles" presStyleCnt="0"/>
      <dgm:spPr/>
    </dgm:pt>
    <dgm:pt modelId="{5BE46778-7EF2-6F41-A2F5-F29E9C42E3D7}" type="pres">
      <dgm:prSet presAssocID="{CF2FC40D-740F-5247-AD99-BEFCA0A6C17B}" presName="composite" presStyleCnt="0"/>
      <dgm:spPr/>
    </dgm:pt>
    <dgm:pt modelId="{50EE5DE0-890D-1D4D-9F5C-B378B8793765}" type="pres">
      <dgm:prSet presAssocID="{CF2FC40D-740F-5247-AD99-BEFCA0A6C17B}" presName="DropPinPlaceHolder" presStyleCnt="0"/>
      <dgm:spPr/>
    </dgm:pt>
    <dgm:pt modelId="{9765BC83-60BE-C44A-8D7D-442352B7A210}" type="pres">
      <dgm:prSet presAssocID="{CF2FC40D-740F-5247-AD99-BEFCA0A6C17B}" presName="DropPin" presStyleLbl="alignNode1" presStyleIdx="3" presStyleCnt="8"/>
      <dgm:spPr/>
    </dgm:pt>
    <dgm:pt modelId="{64123616-6B41-DE4D-A5BB-933EB45364B0}" type="pres">
      <dgm:prSet presAssocID="{CF2FC40D-740F-5247-AD99-BEFCA0A6C17B}" presName="Ellipse" presStyleLbl="fgAcc1" presStyleIdx="3" presStyleCnt="8"/>
      <dgm:spPr/>
    </dgm:pt>
    <dgm:pt modelId="{C386095D-14A0-644F-BE7D-51EC61A6EF7E}" type="pres">
      <dgm:prSet presAssocID="{CF2FC40D-740F-5247-AD99-BEFCA0A6C17B}" presName="L2TextContainer" presStyleLbl="revTx" presStyleIdx="6" presStyleCnt="16">
        <dgm:presLayoutVars>
          <dgm:bulletEnabled val="1"/>
        </dgm:presLayoutVars>
      </dgm:prSet>
      <dgm:spPr/>
    </dgm:pt>
    <dgm:pt modelId="{BC957F5B-050A-264F-A359-D9E24272CC85}" type="pres">
      <dgm:prSet presAssocID="{CF2FC40D-740F-5247-AD99-BEFCA0A6C17B}" presName="L1TextContainer" presStyleLbl="revTx" presStyleIdx="7" presStyleCnt="16">
        <dgm:presLayoutVars>
          <dgm:chMax val="1"/>
          <dgm:chPref val="1"/>
          <dgm:bulletEnabled val="1"/>
        </dgm:presLayoutVars>
      </dgm:prSet>
      <dgm:spPr/>
    </dgm:pt>
    <dgm:pt modelId="{47E39F6D-91FB-9A44-89BD-2B00F474A78C}" type="pres">
      <dgm:prSet presAssocID="{CF2FC40D-740F-5247-AD99-BEFCA0A6C17B}" presName="ConnectLine" presStyleLbl="dkBgShp" presStyleIdx="5" presStyleCnt="10"/>
      <dgm:spPr/>
    </dgm:pt>
    <dgm:pt modelId="{8349C3C3-8E2B-7940-9021-F01C67D2E038}" type="pres">
      <dgm:prSet presAssocID="{CF2FC40D-740F-5247-AD99-BEFCA0A6C17B}" presName="ConnectorPoint" presStyleCnt="0"/>
      <dgm:spPr/>
    </dgm:pt>
    <dgm:pt modelId="{6B9427EE-D127-DE44-A46A-3F98A2FAF6F7}" type="pres">
      <dgm:prSet presAssocID="{CF2FC40D-740F-5247-AD99-BEFCA0A6C17B}" presName="Bullet" presStyleLbl="lnNode1" presStyleIdx="3" presStyleCnt="8"/>
      <dgm:spPr/>
    </dgm:pt>
    <dgm:pt modelId="{70D96E2A-5729-2C4C-803A-6A8C0804FF09}" type="pres">
      <dgm:prSet presAssocID="{CF2FC40D-740F-5247-AD99-BEFCA0A6C17B}" presName="EmptyPlaceHolder" presStyleCnt="0"/>
      <dgm:spPr/>
    </dgm:pt>
    <dgm:pt modelId="{72FFECCE-139A-4D4A-89D3-A29442E6F1B8}" type="pres">
      <dgm:prSet presAssocID="{D09B5DAC-C371-B941-9B0A-EFCAC820B42E}" presName="spaceBetweenRectangles" presStyleCnt="0"/>
      <dgm:spPr/>
    </dgm:pt>
    <dgm:pt modelId="{EA9A7CCD-293F-6841-91F6-03FFBA822649}" type="pres">
      <dgm:prSet presAssocID="{1C86244A-7805-B741-A72E-8B3C1492EDB1}" presName="composite" presStyleCnt="0"/>
      <dgm:spPr/>
    </dgm:pt>
    <dgm:pt modelId="{967BD5DD-5804-514A-9E90-5BB6D2CC01AA}" type="pres">
      <dgm:prSet presAssocID="{1C86244A-7805-B741-A72E-8B3C1492EDB1}" presName="DropPinPlaceHolder" presStyleCnt="0"/>
      <dgm:spPr/>
    </dgm:pt>
    <dgm:pt modelId="{46126DE0-F93F-BA44-B817-5088D48CFBA8}" type="pres">
      <dgm:prSet presAssocID="{1C86244A-7805-B741-A72E-8B3C1492EDB1}" presName="DropPin" presStyleLbl="alignNode1" presStyleIdx="4" presStyleCnt="8"/>
      <dgm:spPr/>
    </dgm:pt>
    <dgm:pt modelId="{84C158CA-ED10-9648-A30F-4851D40A41EA}" type="pres">
      <dgm:prSet presAssocID="{1C86244A-7805-B741-A72E-8B3C1492EDB1}" presName="Ellipse" presStyleLbl="fgAcc1" presStyleIdx="4" presStyleCnt="8"/>
      <dgm:spPr/>
    </dgm:pt>
    <dgm:pt modelId="{B24F1BD1-B579-594E-A28F-23C5A832D3D3}" type="pres">
      <dgm:prSet presAssocID="{1C86244A-7805-B741-A72E-8B3C1492EDB1}" presName="L2TextContainer" presStyleLbl="revTx" presStyleIdx="8" presStyleCnt="16">
        <dgm:presLayoutVars>
          <dgm:bulletEnabled val="1"/>
        </dgm:presLayoutVars>
      </dgm:prSet>
      <dgm:spPr/>
    </dgm:pt>
    <dgm:pt modelId="{AE9FD2B8-359C-1D48-A317-D2FC596E5C0D}" type="pres">
      <dgm:prSet presAssocID="{1C86244A-7805-B741-A72E-8B3C1492EDB1}" presName="L1TextContainer" presStyleLbl="revTx" presStyleIdx="9" presStyleCnt="16">
        <dgm:presLayoutVars>
          <dgm:chMax val="1"/>
          <dgm:chPref val="1"/>
          <dgm:bulletEnabled val="1"/>
        </dgm:presLayoutVars>
      </dgm:prSet>
      <dgm:spPr/>
    </dgm:pt>
    <dgm:pt modelId="{4BAACA14-C922-7947-A561-A2BF1A7D8B1F}" type="pres">
      <dgm:prSet presAssocID="{1C86244A-7805-B741-A72E-8B3C1492EDB1}" presName="ConnectLine" presStyleLbl="dkBgShp" presStyleIdx="6" presStyleCnt="10"/>
      <dgm:spPr/>
    </dgm:pt>
    <dgm:pt modelId="{BA1DA6A4-92DE-1D44-80C9-1C701E45BE50}" type="pres">
      <dgm:prSet presAssocID="{1C86244A-7805-B741-A72E-8B3C1492EDB1}" presName="ConnectorPoint" presStyleCnt="0"/>
      <dgm:spPr/>
    </dgm:pt>
    <dgm:pt modelId="{2A75F559-BE7F-7940-93E2-4CCF68BEF3AF}" type="pres">
      <dgm:prSet presAssocID="{1C86244A-7805-B741-A72E-8B3C1492EDB1}" presName="Bullet" presStyleLbl="lnNode1" presStyleIdx="4" presStyleCnt="8"/>
      <dgm:spPr/>
    </dgm:pt>
    <dgm:pt modelId="{9B327D4A-75BC-054C-B509-2D9BD845F566}" type="pres">
      <dgm:prSet presAssocID="{1C86244A-7805-B741-A72E-8B3C1492EDB1}" presName="EmptyPlaceHolder" presStyleCnt="0"/>
      <dgm:spPr/>
    </dgm:pt>
    <dgm:pt modelId="{43D094FA-DBC8-0F44-995C-28042FCE4927}" type="pres">
      <dgm:prSet presAssocID="{91341C0A-75E4-0342-B52B-C75804E15D94}" presName="spaceBetweenRectangles" presStyleCnt="0"/>
      <dgm:spPr/>
    </dgm:pt>
    <dgm:pt modelId="{2A6E20F0-CB66-CC40-8184-A369EF203CD9}" type="pres">
      <dgm:prSet presAssocID="{87CF9A30-0473-4A43-A08C-FAD8DA37549E}" presName="composite" presStyleCnt="0"/>
      <dgm:spPr/>
    </dgm:pt>
    <dgm:pt modelId="{F24C3EF1-08E9-0D42-9228-C7BAECEC2B19}" type="pres">
      <dgm:prSet presAssocID="{87CF9A30-0473-4A43-A08C-FAD8DA37549E}" presName="DropPinPlaceHolder" presStyleCnt="0"/>
      <dgm:spPr/>
    </dgm:pt>
    <dgm:pt modelId="{C6BC6B4B-562C-594E-82EA-BEC5CC997941}" type="pres">
      <dgm:prSet presAssocID="{87CF9A30-0473-4A43-A08C-FAD8DA37549E}" presName="DropPin" presStyleLbl="alignNode1" presStyleIdx="5" presStyleCnt="8"/>
      <dgm:spPr/>
    </dgm:pt>
    <dgm:pt modelId="{682CABE9-C616-564A-AB25-5118C8DFC9BB}" type="pres">
      <dgm:prSet presAssocID="{87CF9A30-0473-4A43-A08C-FAD8DA37549E}" presName="Ellipse" presStyleLbl="fgAcc1" presStyleIdx="5" presStyleCnt="8"/>
      <dgm:spPr/>
    </dgm:pt>
    <dgm:pt modelId="{73DDD110-07C2-7641-8FD5-0FCE6C54491F}" type="pres">
      <dgm:prSet presAssocID="{87CF9A30-0473-4A43-A08C-FAD8DA37549E}" presName="L2TextContainer" presStyleLbl="revTx" presStyleIdx="10" presStyleCnt="16">
        <dgm:presLayoutVars>
          <dgm:bulletEnabled val="1"/>
        </dgm:presLayoutVars>
      </dgm:prSet>
      <dgm:spPr/>
    </dgm:pt>
    <dgm:pt modelId="{2F239032-B220-E040-9CD8-8FF73DF196DE}" type="pres">
      <dgm:prSet presAssocID="{87CF9A30-0473-4A43-A08C-FAD8DA37549E}" presName="L1TextContainer" presStyleLbl="revTx" presStyleIdx="11" presStyleCnt="16">
        <dgm:presLayoutVars>
          <dgm:chMax val="1"/>
          <dgm:chPref val="1"/>
          <dgm:bulletEnabled val="1"/>
        </dgm:presLayoutVars>
      </dgm:prSet>
      <dgm:spPr/>
    </dgm:pt>
    <dgm:pt modelId="{EB8DD061-4E1E-CA46-85BF-E35B76978B7B}" type="pres">
      <dgm:prSet presAssocID="{87CF9A30-0473-4A43-A08C-FAD8DA37549E}" presName="ConnectLine" presStyleLbl="dkBgShp" presStyleIdx="7" presStyleCnt="10"/>
      <dgm:spPr/>
    </dgm:pt>
    <dgm:pt modelId="{6C5CADB5-EE6D-594A-80AF-332CEB54A3FC}" type="pres">
      <dgm:prSet presAssocID="{87CF9A30-0473-4A43-A08C-FAD8DA37549E}" presName="ConnectorPoint" presStyleCnt="0"/>
      <dgm:spPr/>
    </dgm:pt>
    <dgm:pt modelId="{1F823420-DC19-584A-B421-1EEE3D43E1E9}" type="pres">
      <dgm:prSet presAssocID="{87CF9A30-0473-4A43-A08C-FAD8DA37549E}" presName="Bullet" presStyleLbl="lnNode1" presStyleIdx="5" presStyleCnt="8"/>
      <dgm:spPr/>
    </dgm:pt>
    <dgm:pt modelId="{8CA624E0-5210-D441-9C61-581A6575958A}" type="pres">
      <dgm:prSet presAssocID="{87CF9A30-0473-4A43-A08C-FAD8DA37549E}" presName="EmptyPlaceHolder" presStyleCnt="0"/>
      <dgm:spPr/>
    </dgm:pt>
    <dgm:pt modelId="{2E1FFD80-4023-A347-990D-F18C97AB7B5E}" type="pres">
      <dgm:prSet presAssocID="{A4A02BA8-6BA5-2D40-819E-F48EE899426A}" presName="spaceBetweenRectangles" presStyleCnt="0"/>
      <dgm:spPr/>
    </dgm:pt>
    <dgm:pt modelId="{BDFB6CAB-B7B7-E947-9975-085D9676C4B1}" type="pres">
      <dgm:prSet presAssocID="{4989F3B9-9720-EC41-9A1A-EC489C667EC1}" presName="composite" presStyleCnt="0"/>
      <dgm:spPr/>
    </dgm:pt>
    <dgm:pt modelId="{66E61060-F4E7-924F-A418-2D84BA2D3C86}" type="pres">
      <dgm:prSet presAssocID="{4989F3B9-9720-EC41-9A1A-EC489C667EC1}" presName="DropPinPlaceHolder" presStyleCnt="0"/>
      <dgm:spPr/>
    </dgm:pt>
    <dgm:pt modelId="{AA00FDCA-F74A-F040-9BCC-B4E6E52DF03E}" type="pres">
      <dgm:prSet presAssocID="{4989F3B9-9720-EC41-9A1A-EC489C667EC1}" presName="DropPin" presStyleLbl="alignNode1" presStyleIdx="6" presStyleCnt="8"/>
      <dgm:spPr/>
    </dgm:pt>
    <dgm:pt modelId="{1A1E22C1-348E-104B-BE1D-8B74FAE753BB}" type="pres">
      <dgm:prSet presAssocID="{4989F3B9-9720-EC41-9A1A-EC489C667EC1}" presName="Ellipse" presStyleLbl="fgAcc1" presStyleIdx="6" presStyleCnt="8"/>
      <dgm:spPr/>
    </dgm:pt>
    <dgm:pt modelId="{B0352194-D445-6345-AA68-05E890AEC2B9}" type="pres">
      <dgm:prSet presAssocID="{4989F3B9-9720-EC41-9A1A-EC489C667EC1}" presName="L2TextContainer" presStyleLbl="revTx" presStyleIdx="12" presStyleCnt="16">
        <dgm:presLayoutVars>
          <dgm:bulletEnabled val="1"/>
        </dgm:presLayoutVars>
      </dgm:prSet>
      <dgm:spPr/>
    </dgm:pt>
    <dgm:pt modelId="{0F4EC519-C267-8B4F-8573-5ACDEB0F2AD0}" type="pres">
      <dgm:prSet presAssocID="{4989F3B9-9720-EC41-9A1A-EC489C667EC1}" presName="L1TextContainer" presStyleLbl="revTx" presStyleIdx="13" presStyleCnt="16">
        <dgm:presLayoutVars>
          <dgm:chMax val="1"/>
          <dgm:chPref val="1"/>
          <dgm:bulletEnabled val="1"/>
        </dgm:presLayoutVars>
      </dgm:prSet>
      <dgm:spPr/>
    </dgm:pt>
    <dgm:pt modelId="{B17E4176-6A82-3545-89F8-BD609D2429C0}" type="pres">
      <dgm:prSet presAssocID="{4989F3B9-9720-EC41-9A1A-EC489C667EC1}" presName="ConnectLine" presStyleLbl="dkBgShp" presStyleIdx="8" presStyleCnt="10"/>
      <dgm:spPr/>
    </dgm:pt>
    <dgm:pt modelId="{FBC49E5D-7C9A-1C4B-AF86-4EEFFD354946}" type="pres">
      <dgm:prSet presAssocID="{4989F3B9-9720-EC41-9A1A-EC489C667EC1}" presName="ConnectorPoint" presStyleCnt="0"/>
      <dgm:spPr/>
    </dgm:pt>
    <dgm:pt modelId="{BB1F5A20-693C-F945-9D2F-8DABA2013CD8}" type="pres">
      <dgm:prSet presAssocID="{4989F3B9-9720-EC41-9A1A-EC489C667EC1}" presName="Bullet" presStyleLbl="lnNode1" presStyleIdx="6" presStyleCnt="8"/>
      <dgm:spPr/>
    </dgm:pt>
    <dgm:pt modelId="{857FD57B-C1C0-3046-AC7F-5F59FE780F7A}" type="pres">
      <dgm:prSet presAssocID="{4989F3B9-9720-EC41-9A1A-EC489C667EC1}" presName="EmptyPlaceHolder" presStyleCnt="0"/>
      <dgm:spPr/>
    </dgm:pt>
    <dgm:pt modelId="{280455E0-A9A8-DD43-B39E-F4A533142767}" type="pres">
      <dgm:prSet presAssocID="{00C9EC14-4C20-A944-84FB-0B82E73D98B8}" presName="spaceBetweenRectangles" presStyleCnt="0"/>
      <dgm:spPr/>
    </dgm:pt>
    <dgm:pt modelId="{CA21CB1C-AC26-864D-8053-AF1D41337A0C}" type="pres">
      <dgm:prSet presAssocID="{93FA64C6-C2DC-B64D-BCBA-4E05360B4AD0}" presName="composite" presStyleCnt="0"/>
      <dgm:spPr/>
    </dgm:pt>
    <dgm:pt modelId="{178C5E54-BC0B-E34C-8F21-95FA0AB28FFC}" type="pres">
      <dgm:prSet presAssocID="{93FA64C6-C2DC-B64D-BCBA-4E05360B4AD0}" presName="DropPinPlaceHolder" presStyleCnt="0"/>
      <dgm:spPr/>
    </dgm:pt>
    <dgm:pt modelId="{F6639216-A133-A34D-A645-2E7D103E9385}" type="pres">
      <dgm:prSet presAssocID="{93FA64C6-C2DC-B64D-BCBA-4E05360B4AD0}" presName="DropPin" presStyleLbl="alignNode1" presStyleIdx="7" presStyleCnt="8"/>
      <dgm:spPr/>
    </dgm:pt>
    <dgm:pt modelId="{A4AFA284-76EE-0447-BA9B-89677832F086}" type="pres">
      <dgm:prSet presAssocID="{93FA64C6-C2DC-B64D-BCBA-4E05360B4AD0}" presName="Ellipse" presStyleLbl="fgAcc1" presStyleIdx="7" presStyleCnt="8"/>
      <dgm:spPr/>
    </dgm:pt>
    <dgm:pt modelId="{6612EFB9-88DE-AD4C-B26B-D988C8EE3CF7}" type="pres">
      <dgm:prSet presAssocID="{93FA64C6-C2DC-B64D-BCBA-4E05360B4AD0}" presName="L2TextContainer" presStyleLbl="revTx" presStyleIdx="14" presStyleCnt="16">
        <dgm:presLayoutVars>
          <dgm:bulletEnabled val="1"/>
        </dgm:presLayoutVars>
      </dgm:prSet>
      <dgm:spPr/>
    </dgm:pt>
    <dgm:pt modelId="{6D9FC1E5-4877-DF42-9C87-672FFD6AC8B6}" type="pres">
      <dgm:prSet presAssocID="{93FA64C6-C2DC-B64D-BCBA-4E05360B4AD0}" presName="L1TextContainer" presStyleLbl="revTx" presStyleIdx="15" presStyleCnt="16">
        <dgm:presLayoutVars>
          <dgm:chMax val="1"/>
          <dgm:chPref val="1"/>
          <dgm:bulletEnabled val="1"/>
        </dgm:presLayoutVars>
      </dgm:prSet>
      <dgm:spPr/>
    </dgm:pt>
    <dgm:pt modelId="{EADB798D-1F2A-3941-8085-077EC6646A75}" type="pres">
      <dgm:prSet presAssocID="{93FA64C6-C2DC-B64D-BCBA-4E05360B4AD0}" presName="ConnectLine" presStyleLbl="dkBgShp" presStyleIdx="9" presStyleCnt="10"/>
      <dgm:spPr/>
    </dgm:pt>
    <dgm:pt modelId="{D67C4BA1-517E-7F49-A2C7-C67DC06E3DE4}" type="pres">
      <dgm:prSet presAssocID="{93FA64C6-C2DC-B64D-BCBA-4E05360B4AD0}" presName="ConnectorPoint" presStyleCnt="0"/>
      <dgm:spPr/>
    </dgm:pt>
    <dgm:pt modelId="{A4F1E487-A092-1044-B401-F9693894762F}" type="pres">
      <dgm:prSet presAssocID="{93FA64C6-C2DC-B64D-BCBA-4E05360B4AD0}" presName="Bullet" presStyleLbl="lnNode1" presStyleIdx="7" presStyleCnt="8"/>
      <dgm:spPr/>
    </dgm:pt>
    <dgm:pt modelId="{99DF2DCA-F621-7347-9481-9397B1F43150}" type="pres">
      <dgm:prSet presAssocID="{93FA64C6-C2DC-B64D-BCBA-4E05360B4AD0}" presName="EmptyPlaceHolder" presStyleCnt="0"/>
      <dgm:spPr/>
    </dgm:pt>
  </dgm:ptLst>
  <dgm:cxnLst>
    <dgm:cxn modelId="{5211F809-1B61-2645-90BC-9ED0768DAEBE}" type="presOf" srcId="{87CF9A30-0473-4A43-A08C-FAD8DA37549E}" destId="{2F239032-B220-E040-9CD8-8FF73DF196DE}" srcOrd="0" destOrd="0" presId="urn:microsoft.com/office/officeart/2024/layout/BulletTimeline"/>
    <dgm:cxn modelId="{973C5821-9940-3440-BAEA-E0B4053E1653}" type="presOf" srcId="{F9C1B191-0CB0-CB46-BF40-39A3F5E1C253}" destId="{A2190C82-7ABB-364F-A7AD-E001D6778389}" srcOrd="0" destOrd="0" presId="urn:microsoft.com/office/officeart/2024/layout/BulletTimeline"/>
    <dgm:cxn modelId="{96113526-BA6E-184A-AA15-D1B0A63C76B7}" srcId="{79046848-464D-514B-89A0-DD363BC9A8C7}" destId="{E4564361-9C14-3448-A5A0-8968A2792DE3}" srcOrd="0" destOrd="0" parTransId="{A69120B1-CE1B-ED4A-BCA3-195B9182082E}" sibTransId="{A14325FA-81F5-3743-A469-9C473DB38001}"/>
    <dgm:cxn modelId="{FD240A31-D7AA-4648-B10F-552DC8FB07F7}" srcId="{79046848-464D-514B-89A0-DD363BC9A8C7}" destId="{1C86244A-7805-B741-A72E-8B3C1492EDB1}" srcOrd="4" destOrd="0" parTransId="{6DDB7D53-8D4A-434A-9EDA-1E2E04094375}" sibTransId="{91341C0A-75E4-0342-B52B-C75804E15D94}"/>
    <dgm:cxn modelId="{E0AC975B-8AA1-3547-B398-93DA8AA7587D}" type="presOf" srcId="{E4564361-9C14-3448-A5A0-8968A2792DE3}" destId="{B88CEBC5-9369-9549-B52C-02BF1B39C2D1}" srcOrd="0" destOrd="0" presId="urn:microsoft.com/office/officeart/2024/layout/BulletTimeline"/>
    <dgm:cxn modelId="{92DF4963-4CEA-7A40-8D37-D0B2E81A6289}" type="presOf" srcId="{1C86244A-7805-B741-A72E-8B3C1492EDB1}" destId="{AE9FD2B8-359C-1D48-A317-D2FC596E5C0D}" srcOrd="0" destOrd="0" presId="urn:microsoft.com/office/officeart/2024/layout/BulletTimeline"/>
    <dgm:cxn modelId="{4EF7CE74-D339-4043-B988-19E03103AC90}" srcId="{79046848-464D-514B-89A0-DD363BC9A8C7}" destId="{CF2FC40D-740F-5247-AD99-BEFCA0A6C17B}" srcOrd="3" destOrd="0" parTransId="{31D03380-4F0E-7143-AD1F-2562967DDB9D}" sibTransId="{D09B5DAC-C371-B941-9B0A-EFCAC820B42E}"/>
    <dgm:cxn modelId="{6403E99B-6263-8A42-86F5-C3C317A20049}" srcId="{79046848-464D-514B-89A0-DD363BC9A8C7}" destId="{DBF56CCD-9E99-724C-BBE7-F78651583FAC}" srcOrd="2" destOrd="0" parTransId="{DEA237D0-5DA6-6447-9F13-7E96E07442A0}" sibTransId="{86CFEE07-A5EB-F144-A544-673AB0084BC3}"/>
    <dgm:cxn modelId="{91B22D9C-B67D-7746-B036-3BAC20C6A4D3}" srcId="{79046848-464D-514B-89A0-DD363BC9A8C7}" destId="{93FA64C6-C2DC-B64D-BCBA-4E05360B4AD0}" srcOrd="7" destOrd="0" parTransId="{6A686A22-7FA7-F84A-9B27-95804C86204E}" sibTransId="{2C820142-2AC8-F142-A72C-BC74E70F01D3}"/>
    <dgm:cxn modelId="{CB3188A0-E54D-E540-958B-CEBBF5641E5E}" type="presOf" srcId="{93FA64C6-C2DC-B64D-BCBA-4E05360B4AD0}" destId="{6D9FC1E5-4877-DF42-9C87-672FFD6AC8B6}" srcOrd="0" destOrd="0" presId="urn:microsoft.com/office/officeart/2024/layout/BulletTimeline"/>
    <dgm:cxn modelId="{CBE26AAB-2F6A-F741-8A3F-C4066AE7186A}" srcId="{79046848-464D-514B-89A0-DD363BC9A8C7}" destId="{4989F3B9-9720-EC41-9A1A-EC489C667EC1}" srcOrd="6" destOrd="0" parTransId="{84050F17-020D-7841-8D56-B19CD2A4626E}" sibTransId="{00C9EC14-4C20-A944-84FB-0B82E73D98B8}"/>
    <dgm:cxn modelId="{F54EEAC3-26D9-9D49-A0D7-1B856B97D968}" type="presOf" srcId="{DBF56CCD-9E99-724C-BBE7-F78651583FAC}" destId="{0593A18A-324D-8D4C-A8F7-729493E57366}" srcOrd="0" destOrd="0" presId="urn:microsoft.com/office/officeart/2024/layout/BulletTimeline"/>
    <dgm:cxn modelId="{05AC80C8-1C27-104F-9D74-F7FFCC79E9FF}" type="presOf" srcId="{79046848-464D-514B-89A0-DD363BC9A8C7}" destId="{BD64DFE7-EE54-1C40-B5F1-5FEA30742A80}" srcOrd="0" destOrd="0" presId="urn:microsoft.com/office/officeart/2024/layout/BulletTimeline"/>
    <dgm:cxn modelId="{7CABD4CC-A2FA-D346-B3B5-1AC72F493FD4}" srcId="{79046848-464D-514B-89A0-DD363BC9A8C7}" destId="{87CF9A30-0473-4A43-A08C-FAD8DA37549E}" srcOrd="5" destOrd="0" parTransId="{7A15083F-A7A8-504D-9D45-22410AA23F4C}" sibTransId="{A4A02BA8-6BA5-2D40-819E-F48EE899426A}"/>
    <dgm:cxn modelId="{A1C206D3-5CF7-254A-93BB-961BA4039CCC}" type="presOf" srcId="{4989F3B9-9720-EC41-9A1A-EC489C667EC1}" destId="{0F4EC519-C267-8B4F-8573-5ACDEB0F2AD0}" srcOrd="0" destOrd="0" presId="urn:microsoft.com/office/officeart/2024/layout/BulletTimeline"/>
    <dgm:cxn modelId="{2AF47BD5-CD9D-6B4C-B277-0498ABC82B50}" srcId="{79046848-464D-514B-89A0-DD363BC9A8C7}" destId="{F9C1B191-0CB0-CB46-BF40-39A3F5E1C253}" srcOrd="1" destOrd="0" parTransId="{08705C4F-69D5-0740-AC99-9447F31FE8E0}" sibTransId="{D519FE7D-C40B-344E-96FC-E1FE7010DB77}"/>
    <dgm:cxn modelId="{EA2698F7-4F0B-C642-ABA1-E489AB97C130}" type="presOf" srcId="{CF2FC40D-740F-5247-AD99-BEFCA0A6C17B}" destId="{BC957F5B-050A-264F-A359-D9E24272CC85}" srcOrd="0" destOrd="0" presId="urn:microsoft.com/office/officeart/2024/layout/BulletTimeline"/>
    <dgm:cxn modelId="{F66414BC-2627-F048-9FA1-676E3AEDC3B2}" type="presParOf" srcId="{BD64DFE7-EE54-1C40-B5F1-5FEA30742A80}" destId="{04742FFC-0764-214A-B038-A78FD9AEF9F2}" srcOrd="0" destOrd="0" presId="urn:microsoft.com/office/officeart/2024/layout/BulletTimeline"/>
    <dgm:cxn modelId="{D7130B72-EFDB-D947-9CBA-5B3B95D4FE55}" type="presParOf" srcId="{04742FFC-0764-214A-B038-A78FD9AEF9F2}" destId="{7CEB3355-E524-EB4B-89A1-60E22E0E2387}" srcOrd="0" destOrd="0" presId="urn:microsoft.com/office/officeart/2024/layout/BulletTimeline"/>
    <dgm:cxn modelId="{B4C1E676-0AEF-4042-8EE2-5051DC785D88}" type="presParOf" srcId="{04742FFC-0764-214A-B038-A78FD9AEF9F2}" destId="{9B7A149A-0C08-2244-B99A-0222B2FCC471}" srcOrd="1" destOrd="0" presId="urn:microsoft.com/office/officeart/2024/layout/BulletTimeline"/>
    <dgm:cxn modelId="{588C1547-72B0-CD49-9073-C07B619556AB}" type="presParOf" srcId="{BD64DFE7-EE54-1C40-B5F1-5FEA30742A80}" destId="{BA3B208F-948B-2F41-8760-12B6CFE52CDF}" srcOrd="1" destOrd="0" presId="urn:microsoft.com/office/officeart/2024/layout/BulletTimeline"/>
    <dgm:cxn modelId="{7F40C188-7F4A-934F-A116-0686086F78EB}" type="presParOf" srcId="{BA3B208F-948B-2F41-8760-12B6CFE52CDF}" destId="{D37269C2-6B2A-544C-BECE-80A12E24E6D5}" srcOrd="0" destOrd="0" presId="urn:microsoft.com/office/officeart/2024/layout/BulletTimeline"/>
    <dgm:cxn modelId="{0C417223-1ACE-7B44-A7A4-119784231007}" type="presParOf" srcId="{D37269C2-6B2A-544C-BECE-80A12E24E6D5}" destId="{79818092-2A36-D740-ACF9-6418018311D6}" srcOrd="0" destOrd="0" presId="urn:microsoft.com/office/officeart/2024/layout/BulletTimeline"/>
    <dgm:cxn modelId="{7BDDD44F-043B-7B47-999A-5E6270512DA9}" type="presParOf" srcId="{79818092-2A36-D740-ACF9-6418018311D6}" destId="{C27D7293-642B-5343-9D77-CB8098CF64BB}" srcOrd="0" destOrd="0" presId="urn:microsoft.com/office/officeart/2024/layout/BulletTimeline"/>
    <dgm:cxn modelId="{DCB2D4D6-6EB2-F74F-AE73-62635E5F8A54}" type="presParOf" srcId="{79818092-2A36-D740-ACF9-6418018311D6}" destId="{76804AC7-BF60-094B-8EAD-E45D27769A6B}" srcOrd="1" destOrd="0" presId="urn:microsoft.com/office/officeart/2024/layout/BulletTimeline"/>
    <dgm:cxn modelId="{6887725A-DCFF-A748-987E-61B13CA02A24}" type="presParOf" srcId="{D37269C2-6B2A-544C-BECE-80A12E24E6D5}" destId="{06EEF0BF-F62A-004A-BF07-9A9EC2AC378B}" srcOrd="1" destOrd="0" presId="urn:microsoft.com/office/officeart/2024/layout/BulletTimeline"/>
    <dgm:cxn modelId="{648507F1-95E1-EB47-92C5-9AB518831373}" type="presParOf" srcId="{D37269C2-6B2A-544C-BECE-80A12E24E6D5}" destId="{B88CEBC5-9369-9549-B52C-02BF1B39C2D1}" srcOrd="2" destOrd="0" presId="urn:microsoft.com/office/officeart/2024/layout/BulletTimeline"/>
    <dgm:cxn modelId="{E0E55E83-0E2D-DE4C-ACA1-77102C9A7CE2}" type="presParOf" srcId="{D37269C2-6B2A-544C-BECE-80A12E24E6D5}" destId="{7F09A018-BD62-774E-A176-4E05AD1F08E1}" srcOrd="3" destOrd="0" presId="urn:microsoft.com/office/officeart/2024/layout/BulletTimeline"/>
    <dgm:cxn modelId="{14347C7C-88F3-5146-95F1-63A0E16B0F14}" type="presParOf" srcId="{D37269C2-6B2A-544C-BECE-80A12E24E6D5}" destId="{4DEA3AED-E7C1-CC42-93A6-D9464CF2564A}" srcOrd="4" destOrd="0" presId="urn:microsoft.com/office/officeart/2024/layout/BulletTimeline"/>
    <dgm:cxn modelId="{D0CF5754-5155-2646-8C6D-F7A95E173C07}" type="presParOf" srcId="{4DEA3AED-E7C1-CC42-93A6-D9464CF2564A}" destId="{7808A269-D008-D24E-85A1-3E5352DC88B2}" srcOrd="0" destOrd="0" presId="urn:microsoft.com/office/officeart/2024/layout/BulletTimeline"/>
    <dgm:cxn modelId="{EF14BD75-5DCB-F44B-9827-BB7FB5DA67CE}" type="presParOf" srcId="{D37269C2-6B2A-544C-BECE-80A12E24E6D5}" destId="{B7F190B3-D4F9-AE4D-8058-BC7D52422A45}" srcOrd="5" destOrd="0" presId="urn:microsoft.com/office/officeart/2024/layout/BulletTimeline"/>
    <dgm:cxn modelId="{74076A99-B55C-6C4A-8A06-412F0E72FA5D}" type="presParOf" srcId="{BA3B208F-948B-2F41-8760-12B6CFE52CDF}" destId="{D05AEA3A-2D75-1F45-A3F5-3BEDCCD7C5C5}" srcOrd="1" destOrd="0" presId="urn:microsoft.com/office/officeart/2024/layout/BulletTimeline"/>
    <dgm:cxn modelId="{B6FBE3FB-1E3D-8E41-8DC7-EF4934BF3783}" type="presParOf" srcId="{BA3B208F-948B-2F41-8760-12B6CFE52CDF}" destId="{789493D4-B81C-0544-8B61-7D5CC8A2369F}" srcOrd="2" destOrd="0" presId="urn:microsoft.com/office/officeart/2024/layout/BulletTimeline"/>
    <dgm:cxn modelId="{00D382FD-E9A3-934A-B1B9-6F9301007750}" type="presParOf" srcId="{789493D4-B81C-0544-8B61-7D5CC8A2369F}" destId="{BC7008C1-EF76-3045-A07D-33A93DE37A11}" srcOrd="0" destOrd="0" presId="urn:microsoft.com/office/officeart/2024/layout/BulletTimeline"/>
    <dgm:cxn modelId="{C62FDDD0-EFB1-2541-9911-06FE21172036}" type="presParOf" srcId="{BC7008C1-EF76-3045-A07D-33A93DE37A11}" destId="{F3C063C8-B757-934C-B5C2-AF5EE279CF2B}" srcOrd="0" destOrd="0" presId="urn:microsoft.com/office/officeart/2024/layout/BulletTimeline"/>
    <dgm:cxn modelId="{1CC8C501-0A5C-7E44-9B23-59A9794F1388}" type="presParOf" srcId="{BC7008C1-EF76-3045-A07D-33A93DE37A11}" destId="{AB657CAA-41FC-C94A-8361-6F7E0F5E93F6}" srcOrd="1" destOrd="0" presId="urn:microsoft.com/office/officeart/2024/layout/BulletTimeline"/>
    <dgm:cxn modelId="{6A6D7B0F-D683-EF4D-82EF-77E58FF0347B}" type="presParOf" srcId="{789493D4-B81C-0544-8B61-7D5CC8A2369F}" destId="{D422651D-C960-1F4F-A7F9-FF4406E0BAD1}" srcOrd="1" destOrd="0" presId="urn:microsoft.com/office/officeart/2024/layout/BulletTimeline"/>
    <dgm:cxn modelId="{64DD5AD4-88AF-574B-9AA0-15D017418919}" type="presParOf" srcId="{789493D4-B81C-0544-8B61-7D5CC8A2369F}" destId="{A2190C82-7ABB-364F-A7AD-E001D6778389}" srcOrd="2" destOrd="0" presId="urn:microsoft.com/office/officeart/2024/layout/BulletTimeline"/>
    <dgm:cxn modelId="{31FB57B1-5DEE-074E-A1B9-09AC8AB93BA1}" type="presParOf" srcId="{789493D4-B81C-0544-8B61-7D5CC8A2369F}" destId="{91017AEF-5EA8-4345-8350-025DFA50765E}" srcOrd="3" destOrd="0" presId="urn:microsoft.com/office/officeart/2024/layout/BulletTimeline"/>
    <dgm:cxn modelId="{E4753770-7BC3-0240-9DF1-EE0D16732245}" type="presParOf" srcId="{789493D4-B81C-0544-8B61-7D5CC8A2369F}" destId="{17E0F64C-7068-FB4B-BF73-F1711FA866BD}" srcOrd="4" destOrd="0" presId="urn:microsoft.com/office/officeart/2024/layout/BulletTimeline"/>
    <dgm:cxn modelId="{736BD90F-E108-AF43-A07C-866FB28B93C0}" type="presParOf" srcId="{17E0F64C-7068-FB4B-BF73-F1711FA866BD}" destId="{DA7AD9C5-10BC-5945-B3A5-A9971D7DEE35}" srcOrd="0" destOrd="0" presId="urn:microsoft.com/office/officeart/2024/layout/BulletTimeline"/>
    <dgm:cxn modelId="{F8689735-E492-924C-846E-BB1D732542F9}" type="presParOf" srcId="{789493D4-B81C-0544-8B61-7D5CC8A2369F}" destId="{B797300C-5719-BB4E-A703-0B7C2C93DF4F}" srcOrd="5" destOrd="0" presId="urn:microsoft.com/office/officeart/2024/layout/BulletTimeline"/>
    <dgm:cxn modelId="{4ABB9ADA-60E1-114B-B88C-C88738426EEF}" type="presParOf" srcId="{BA3B208F-948B-2F41-8760-12B6CFE52CDF}" destId="{2F8EBD64-50AB-3A4D-91D5-BC7E17D1407D}" srcOrd="3" destOrd="0" presId="urn:microsoft.com/office/officeart/2024/layout/BulletTimeline"/>
    <dgm:cxn modelId="{2A10538D-C13F-9F45-AC47-5DA4CB458880}" type="presParOf" srcId="{BA3B208F-948B-2F41-8760-12B6CFE52CDF}" destId="{971A21A6-D8B7-9742-8CDD-4922BA9D706C}" srcOrd="4" destOrd="0" presId="urn:microsoft.com/office/officeart/2024/layout/BulletTimeline"/>
    <dgm:cxn modelId="{9B75F645-A684-4449-B087-758A9F1959A5}" type="presParOf" srcId="{971A21A6-D8B7-9742-8CDD-4922BA9D706C}" destId="{3305B59F-7902-F248-828D-03723999404E}" srcOrd="0" destOrd="0" presId="urn:microsoft.com/office/officeart/2024/layout/BulletTimeline"/>
    <dgm:cxn modelId="{DE3F1FAA-785C-3144-92B7-EFEC7E6EA5E8}" type="presParOf" srcId="{3305B59F-7902-F248-828D-03723999404E}" destId="{CF19D163-6131-5341-B575-5DA8A4D36EA4}" srcOrd="0" destOrd="0" presId="urn:microsoft.com/office/officeart/2024/layout/BulletTimeline"/>
    <dgm:cxn modelId="{CA4AF25F-7C41-3D45-A505-81479BA2EEC6}" type="presParOf" srcId="{3305B59F-7902-F248-828D-03723999404E}" destId="{833D6E85-9753-BA48-A6EA-644265B57FD0}" srcOrd="1" destOrd="0" presId="urn:microsoft.com/office/officeart/2024/layout/BulletTimeline"/>
    <dgm:cxn modelId="{4B835C9D-0FEA-584B-9535-8CBD40231406}" type="presParOf" srcId="{971A21A6-D8B7-9742-8CDD-4922BA9D706C}" destId="{2E071600-FC50-0B4C-92C0-516C193629B5}" srcOrd="1" destOrd="0" presId="urn:microsoft.com/office/officeart/2024/layout/BulletTimeline"/>
    <dgm:cxn modelId="{4C41391F-A858-FD46-A761-FEDC43F66D6A}" type="presParOf" srcId="{971A21A6-D8B7-9742-8CDD-4922BA9D706C}" destId="{0593A18A-324D-8D4C-A8F7-729493E57366}" srcOrd="2" destOrd="0" presId="urn:microsoft.com/office/officeart/2024/layout/BulletTimeline"/>
    <dgm:cxn modelId="{64789E31-1B7D-C54C-96C1-2E4E94E5BA56}" type="presParOf" srcId="{971A21A6-D8B7-9742-8CDD-4922BA9D706C}" destId="{41FB045E-9E4E-D341-8328-0B2983AF50AC}" srcOrd="3" destOrd="0" presId="urn:microsoft.com/office/officeart/2024/layout/BulletTimeline"/>
    <dgm:cxn modelId="{2223B78C-C546-154E-A28F-61ADA31830EA}" type="presParOf" srcId="{971A21A6-D8B7-9742-8CDD-4922BA9D706C}" destId="{EE62207E-D64E-1641-87AA-37D49E4DA77C}" srcOrd="4" destOrd="0" presId="urn:microsoft.com/office/officeart/2024/layout/BulletTimeline"/>
    <dgm:cxn modelId="{26ECCEEB-565E-0446-B84C-4B4AF45B7035}" type="presParOf" srcId="{EE62207E-D64E-1641-87AA-37D49E4DA77C}" destId="{66548409-9197-EB46-9AC1-069B26274783}" srcOrd="0" destOrd="0" presId="urn:microsoft.com/office/officeart/2024/layout/BulletTimeline"/>
    <dgm:cxn modelId="{0D1F5D84-55AE-6F44-9507-8F979886CDF7}" type="presParOf" srcId="{971A21A6-D8B7-9742-8CDD-4922BA9D706C}" destId="{6DE952A8-8F56-EF41-BCC3-3EA0D493339F}" srcOrd="5" destOrd="0" presId="urn:microsoft.com/office/officeart/2024/layout/BulletTimeline"/>
    <dgm:cxn modelId="{22958E0A-BCF3-8C4E-8B33-EF107D9546AA}" type="presParOf" srcId="{BA3B208F-948B-2F41-8760-12B6CFE52CDF}" destId="{6DC477D7-7488-2C4A-ACCC-D2017B72A313}" srcOrd="5" destOrd="0" presId="urn:microsoft.com/office/officeart/2024/layout/BulletTimeline"/>
    <dgm:cxn modelId="{BDAEDB2D-5039-DF42-8560-86F7BCEA320B}" type="presParOf" srcId="{BA3B208F-948B-2F41-8760-12B6CFE52CDF}" destId="{5BE46778-7EF2-6F41-A2F5-F29E9C42E3D7}" srcOrd="6" destOrd="0" presId="urn:microsoft.com/office/officeart/2024/layout/BulletTimeline"/>
    <dgm:cxn modelId="{A7A30011-91E4-F14E-9B27-3969BD723E6D}" type="presParOf" srcId="{5BE46778-7EF2-6F41-A2F5-F29E9C42E3D7}" destId="{50EE5DE0-890D-1D4D-9F5C-B378B8793765}" srcOrd="0" destOrd="0" presId="urn:microsoft.com/office/officeart/2024/layout/BulletTimeline"/>
    <dgm:cxn modelId="{5E2BACF0-CF1B-8346-A3BE-E5969C86529E}" type="presParOf" srcId="{50EE5DE0-890D-1D4D-9F5C-B378B8793765}" destId="{9765BC83-60BE-C44A-8D7D-442352B7A210}" srcOrd="0" destOrd="0" presId="urn:microsoft.com/office/officeart/2024/layout/BulletTimeline"/>
    <dgm:cxn modelId="{8B67E881-0727-8E44-8B36-5011BDE266C8}" type="presParOf" srcId="{50EE5DE0-890D-1D4D-9F5C-B378B8793765}" destId="{64123616-6B41-DE4D-A5BB-933EB45364B0}" srcOrd="1" destOrd="0" presId="urn:microsoft.com/office/officeart/2024/layout/BulletTimeline"/>
    <dgm:cxn modelId="{8EE2C8FA-443A-6848-A596-43FB83A9B404}" type="presParOf" srcId="{5BE46778-7EF2-6F41-A2F5-F29E9C42E3D7}" destId="{C386095D-14A0-644F-BE7D-51EC61A6EF7E}" srcOrd="1" destOrd="0" presId="urn:microsoft.com/office/officeart/2024/layout/BulletTimeline"/>
    <dgm:cxn modelId="{BB1A979A-6E11-274C-8EA9-71225C4CF432}" type="presParOf" srcId="{5BE46778-7EF2-6F41-A2F5-F29E9C42E3D7}" destId="{BC957F5B-050A-264F-A359-D9E24272CC85}" srcOrd="2" destOrd="0" presId="urn:microsoft.com/office/officeart/2024/layout/BulletTimeline"/>
    <dgm:cxn modelId="{78C0EF53-FD0D-2849-B889-C56A0BCDA856}" type="presParOf" srcId="{5BE46778-7EF2-6F41-A2F5-F29E9C42E3D7}" destId="{47E39F6D-91FB-9A44-89BD-2B00F474A78C}" srcOrd="3" destOrd="0" presId="urn:microsoft.com/office/officeart/2024/layout/BulletTimeline"/>
    <dgm:cxn modelId="{F289628D-4A9C-8D4C-B594-DB399E3F550A}" type="presParOf" srcId="{5BE46778-7EF2-6F41-A2F5-F29E9C42E3D7}" destId="{8349C3C3-8E2B-7940-9021-F01C67D2E038}" srcOrd="4" destOrd="0" presId="urn:microsoft.com/office/officeart/2024/layout/BulletTimeline"/>
    <dgm:cxn modelId="{79CA7B29-7724-3C4C-977D-CFCBAEA297A0}" type="presParOf" srcId="{8349C3C3-8E2B-7940-9021-F01C67D2E038}" destId="{6B9427EE-D127-DE44-A46A-3F98A2FAF6F7}" srcOrd="0" destOrd="0" presId="urn:microsoft.com/office/officeart/2024/layout/BulletTimeline"/>
    <dgm:cxn modelId="{F7885502-949D-CE4C-AD13-6374494DFF27}" type="presParOf" srcId="{5BE46778-7EF2-6F41-A2F5-F29E9C42E3D7}" destId="{70D96E2A-5729-2C4C-803A-6A8C0804FF09}" srcOrd="5" destOrd="0" presId="urn:microsoft.com/office/officeart/2024/layout/BulletTimeline"/>
    <dgm:cxn modelId="{0BC85EA7-8C69-E248-B569-6C5D261D0704}" type="presParOf" srcId="{BA3B208F-948B-2F41-8760-12B6CFE52CDF}" destId="{72FFECCE-139A-4D4A-89D3-A29442E6F1B8}" srcOrd="7" destOrd="0" presId="urn:microsoft.com/office/officeart/2024/layout/BulletTimeline"/>
    <dgm:cxn modelId="{5B9935C0-C975-6144-958F-F730A31DD2CD}" type="presParOf" srcId="{BA3B208F-948B-2F41-8760-12B6CFE52CDF}" destId="{EA9A7CCD-293F-6841-91F6-03FFBA822649}" srcOrd="8" destOrd="0" presId="urn:microsoft.com/office/officeart/2024/layout/BulletTimeline"/>
    <dgm:cxn modelId="{1ECF4054-9FFD-FC42-B0C0-BE422C874656}" type="presParOf" srcId="{EA9A7CCD-293F-6841-91F6-03FFBA822649}" destId="{967BD5DD-5804-514A-9E90-5BB6D2CC01AA}" srcOrd="0" destOrd="0" presId="urn:microsoft.com/office/officeart/2024/layout/BulletTimeline"/>
    <dgm:cxn modelId="{376D5DCA-3121-1F44-A40E-3D4434681BD4}" type="presParOf" srcId="{967BD5DD-5804-514A-9E90-5BB6D2CC01AA}" destId="{46126DE0-F93F-BA44-B817-5088D48CFBA8}" srcOrd="0" destOrd="0" presId="urn:microsoft.com/office/officeart/2024/layout/BulletTimeline"/>
    <dgm:cxn modelId="{041A2DCB-A13A-3348-912B-834CB353DF19}" type="presParOf" srcId="{967BD5DD-5804-514A-9E90-5BB6D2CC01AA}" destId="{84C158CA-ED10-9648-A30F-4851D40A41EA}" srcOrd="1" destOrd="0" presId="urn:microsoft.com/office/officeart/2024/layout/BulletTimeline"/>
    <dgm:cxn modelId="{3BA39523-BA28-FE46-AC17-7EA101E202DF}" type="presParOf" srcId="{EA9A7CCD-293F-6841-91F6-03FFBA822649}" destId="{B24F1BD1-B579-594E-A28F-23C5A832D3D3}" srcOrd="1" destOrd="0" presId="urn:microsoft.com/office/officeart/2024/layout/BulletTimeline"/>
    <dgm:cxn modelId="{34558C3A-D06F-874A-95A7-1E0966724842}" type="presParOf" srcId="{EA9A7CCD-293F-6841-91F6-03FFBA822649}" destId="{AE9FD2B8-359C-1D48-A317-D2FC596E5C0D}" srcOrd="2" destOrd="0" presId="urn:microsoft.com/office/officeart/2024/layout/BulletTimeline"/>
    <dgm:cxn modelId="{BCCBE5F7-7950-9040-9DCA-52B7614D5AAC}" type="presParOf" srcId="{EA9A7CCD-293F-6841-91F6-03FFBA822649}" destId="{4BAACA14-C922-7947-A561-A2BF1A7D8B1F}" srcOrd="3" destOrd="0" presId="urn:microsoft.com/office/officeart/2024/layout/BulletTimeline"/>
    <dgm:cxn modelId="{67508DFA-35D9-E245-8F54-2A48BDE3E539}" type="presParOf" srcId="{EA9A7CCD-293F-6841-91F6-03FFBA822649}" destId="{BA1DA6A4-92DE-1D44-80C9-1C701E45BE50}" srcOrd="4" destOrd="0" presId="urn:microsoft.com/office/officeart/2024/layout/BulletTimeline"/>
    <dgm:cxn modelId="{BB507985-4351-0A48-BD7F-C70E61D3C71A}" type="presParOf" srcId="{BA1DA6A4-92DE-1D44-80C9-1C701E45BE50}" destId="{2A75F559-BE7F-7940-93E2-4CCF68BEF3AF}" srcOrd="0" destOrd="0" presId="urn:microsoft.com/office/officeart/2024/layout/BulletTimeline"/>
    <dgm:cxn modelId="{CB0BFAB5-AA07-A340-97DC-194A2ECDED59}" type="presParOf" srcId="{EA9A7CCD-293F-6841-91F6-03FFBA822649}" destId="{9B327D4A-75BC-054C-B509-2D9BD845F566}" srcOrd="5" destOrd="0" presId="urn:microsoft.com/office/officeart/2024/layout/BulletTimeline"/>
    <dgm:cxn modelId="{71E60DD7-02FF-1242-AD97-4C961631C3FF}" type="presParOf" srcId="{BA3B208F-948B-2F41-8760-12B6CFE52CDF}" destId="{43D094FA-DBC8-0F44-995C-28042FCE4927}" srcOrd="9" destOrd="0" presId="urn:microsoft.com/office/officeart/2024/layout/BulletTimeline"/>
    <dgm:cxn modelId="{EF376762-21F1-B342-977B-48419FEEA2BC}" type="presParOf" srcId="{BA3B208F-948B-2F41-8760-12B6CFE52CDF}" destId="{2A6E20F0-CB66-CC40-8184-A369EF203CD9}" srcOrd="10" destOrd="0" presId="urn:microsoft.com/office/officeart/2024/layout/BulletTimeline"/>
    <dgm:cxn modelId="{DB45D2B9-FC9D-714A-B221-0423FDB3251F}" type="presParOf" srcId="{2A6E20F0-CB66-CC40-8184-A369EF203CD9}" destId="{F24C3EF1-08E9-0D42-9228-C7BAECEC2B19}" srcOrd="0" destOrd="0" presId="urn:microsoft.com/office/officeart/2024/layout/BulletTimeline"/>
    <dgm:cxn modelId="{0B77F165-7546-8440-A0BF-BB8E9239BB76}" type="presParOf" srcId="{F24C3EF1-08E9-0D42-9228-C7BAECEC2B19}" destId="{C6BC6B4B-562C-594E-82EA-BEC5CC997941}" srcOrd="0" destOrd="0" presId="urn:microsoft.com/office/officeart/2024/layout/BulletTimeline"/>
    <dgm:cxn modelId="{2F3B782B-4618-BF45-BBA9-3CE4CBF1F164}" type="presParOf" srcId="{F24C3EF1-08E9-0D42-9228-C7BAECEC2B19}" destId="{682CABE9-C616-564A-AB25-5118C8DFC9BB}" srcOrd="1" destOrd="0" presId="urn:microsoft.com/office/officeart/2024/layout/BulletTimeline"/>
    <dgm:cxn modelId="{BC4BCA11-28E2-4048-90AD-0575231606E8}" type="presParOf" srcId="{2A6E20F0-CB66-CC40-8184-A369EF203CD9}" destId="{73DDD110-07C2-7641-8FD5-0FCE6C54491F}" srcOrd="1" destOrd="0" presId="urn:microsoft.com/office/officeart/2024/layout/BulletTimeline"/>
    <dgm:cxn modelId="{0C88C391-A201-5C45-A124-EEC3C9D5FC30}" type="presParOf" srcId="{2A6E20F0-CB66-CC40-8184-A369EF203CD9}" destId="{2F239032-B220-E040-9CD8-8FF73DF196DE}" srcOrd="2" destOrd="0" presId="urn:microsoft.com/office/officeart/2024/layout/BulletTimeline"/>
    <dgm:cxn modelId="{5B138F01-9270-B548-8CA6-FDDD7FF7A8E6}" type="presParOf" srcId="{2A6E20F0-CB66-CC40-8184-A369EF203CD9}" destId="{EB8DD061-4E1E-CA46-85BF-E35B76978B7B}" srcOrd="3" destOrd="0" presId="urn:microsoft.com/office/officeart/2024/layout/BulletTimeline"/>
    <dgm:cxn modelId="{63F1037F-EEE5-9845-B6EF-3AFBA745C8F7}" type="presParOf" srcId="{2A6E20F0-CB66-CC40-8184-A369EF203CD9}" destId="{6C5CADB5-EE6D-594A-80AF-332CEB54A3FC}" srcOrd="4" destOrd="0" presId="urn:microsoft.com/office/officeart/2024/layout/BulletTimeline"/>
    <dgm:cxn modelId="{AA82BA4F-BB72-854C-958F-5696EE8A9C78}" type="presParOf" srcId="{6C5CADB5-EE6D-594A-80AF-332CEB54A3FC}" destId="{1F823420-DC19-584A-B421-1EEE3D43E1E9}" srcOrd="0" destOrd="0" presId="urn:microsoft.com/office/officeart/2024/layout/BulletTimeline"/>
    <dgm:cxn modelId="{20371F00-BE6A-5046-BD2E-2F56A806DBB5}" type="presParOf" srcId="{2A6E20F0-CB66-CC40-8184-A369EF203CD9}" destId="{8CA624E0-5210-D441-9C61-581A6575958A}" srcOrd="5" destOrd="0" presId="urn:microsoft.com/office/officeart/2024/layout/BulletTimeline"/>
    <dgm:cxn modelId="{760C8BF2-3BEA-4B48-8500-A0896046F6C7}" type="presParOf" srcId="{BA3B208F-948B-2F41-8760-12B6CFE52CDF}" destId="{2E1FFD80-4023-A347-990D-F18C97AB7B5E}" srcOrd="11" destOrd="0" presId="urn:microsoft.com/office/officeart/2024/layout/BulletTimeline"/>
    <dgm:cxn modelId="{B04F5C6F-5700-7846-A855-71AA5904C6BB}" type="presParOf" srcId="{BA3B208F-948B-2F41-8760-12B6CFE52CDF}" destId="{BDFB6CAB-B7B7-E947-9975-085D9676C4B1}" srcOrd="12" destOrd="0" presId="urn:microsoft.com/office/officeart/2024/layout/BulletTimeline"/>
    <dgm:cxn modelId="{754D9C48-DD4B-084E-BB23-CB384042F50C}" type="presParOf" srcId="{BDFB6CAB-B7B7-E947-9975-085D9676C4B1}" destId="{66E61060-F4E7-924F-A418-2D84BA2D3C86}" srcOrd="0" destOrd="0" presId="urn:microsoft.com/office/officeart/2024/layout/BulletTimeline"/>
    <dgm:cxn modelId="{9319A071-A9A3-F349-8BEE-7F20D408E82F}" type="presParOf" srcId="{66E61060-F4E7-924F-A418-2D84BA2D3C86}" destId="{AA00FDCA-F74A-F040-9BCC-B4E6E52DF03E}" srcOrd="0" destOrd="0" presId="urn:microsoft.com/office/officeart/2024/layout/BulletTimeline"/>
    <dgm:cxn modelId="{686DB920-F193-904F-B831-5D22C2BA6949}" type="presParOf" srcId="{66E61060-F4E7-924F-A418-2D84BA2D3C86}" destId="{1A1E22C1-348E-104B-BE1D-8B74FAE753BB}" srcOrd="1" destOrd="0" presId="urn:microsoft.com/office/officeart/2024/layout/BulletTimeline"/>
    <dgm:cxn modelId="{2E0BF8B0-D77A-2740-96BE-09610B51F912}" type="presParOf" srcId="{BDFB6CAB-B7B7-E947-9975-085D9676C4B1}" destId="{B0352194-D445-6345-AA68-05E890AEC2B9}" srcOrd="1" destOrd="0" presId="urn:microsoft.com/office/officeart/2024/layout/BulletTimeline"/>
    <dgm:cxn modelId="{D8216169-24B4-464C-8592-8D2A96A25169}" type="presParOf" srcId="{BDFB6CAB-B7B7-E947-9975-085D9676C4B1}" destId="{0F4EC519-C267-8B4F-8573-5ACDEB0F2AD0}" srcOrd="2" destOrd="0" presId="urn:microsoft.com/office/officeart/2024/layout/BulletTimeline"/>
    <dgm:cxn modelId="{F99E20EF-EA49-BA46-9279-BE778484EF26}" type="presParOf" srcId="{BDFB6CAB-B7B7-E947-9975-085D9676C4B1}" destId="{B17E4176-6A82-3545-89F8-BD609D2429C0}" srcOrd="3" destOrd="0" presId="urn:microsoft.com/office/officeart/2024/layout/BulletTimeline"/>
    <dgm:cxn modelId="{3F0A55F1-E485-C744-9CDB-AB2D3C212237}" type="presParOf" srcId="{BDFB6CAB-B7B7-E947-9975-085D9676C4B1}" destId="{FBC49E5D-7C9A-1C4B-AF86-4EEFFD354946}" srcOrd="4" destOrd="0" presId="urn:microsoft.com/office/officeart/2024/layout/BulletTimeline"/>
    <dgm:cxn modelId="{BBB9F41D-E89D-F441-B07B-839099D047B1}" type="presParOf" srcId="{FBC49E5D-7C9A-1C4B-AF86-4EEFFD354946}" destId="{BB1F5A20-693C-F945-9D2F-8DABA2013CD8}" srcOrd="0" destOrd="0" presId="urn:microsoft.com/office/officeart/2024/layout/BulletTimeline"/>
    <dgm:cxn modelId="{EC81DC31-164C-5546-8683-C2C7B0950723}" type="presParOf" srcId="{BDFB6CAB-B7B7-E947-9975-085D9676C4B1}" destId="{857FD57B-C1C0-3046-AC7F-5F59FE780F7A}" srcOrd="5" destOrd="0" presId="urn:microsoft.com/office/officeart/2024/layout/BulletTimeline"/>
    <dgm:cxn modelId="{29333207-69F7-1E4D-BC31-1AB5C5FF9553}" type="presParOf" srcId="{BA3B208F-948B-2F41-8760-12B6CFE52CDF}" destId="{280455E0-A9A8-DD43-B39E-F4A533142767}" srcOrd="13" destOrd="0" presId="urn:microsoft.com/office/officeart/2024/layout/BulletTimeline"/>
    <dgm:cxn modelId="{646FDD82-4BD4-7C43-A5A3-CF852FD09954}" type="presParOf" srcId="{BA3B208F-948B-2F41-8760-12B6CFE52CDF}" destId="{CA21CB1C-AC26-864D-8053-AF1D41337A0C}" srcOrd="14" destOrd="0" presId="urn:microsoft.com/office/officeart/2024/layout/BulletTimeline"/>
    <dgm:cxn modelId="{D1152E95-ADCE-3743-8690-3514EB05BC0D}" type="presParOf" srcId="{CA21CB1C-AC26-864D-8053-AF1D41337A0C}" destId="{178C5E54-BC0B-E34C-8F21-95FA0AB28FFC}" srcOrd="0" destOrd="0" presId="urn:microsoft.com/office/officeart/2024/layout/BulletTimeline"/>
    <dgm:cxn modelId="{BA507213-418F-A548-97C6-E30802E38A84}" type="presParOf" srcId="{178C5E54-BC0B-E34C-8F21-95FA0AB28FFC}" destId="{F6639216-A133-A34D-A645-2E7D103E9385}" srcOrd="0" destOrd="0" presId="urn:microsoft.com/office/officeart/2024/layout/BulletTimeline"/>
    <dgm:cxn modelId="{63FE0CCA-ADE1-4440-9422-B339E608FB97}" type="presParOf" srcId="{178C5E54-BC0B-E34C-8F21-95FA0AB28FFC}" destId="{A4AFA284-76EE-0447-BA9B-89677832F086}" srcOrd="1" destOrd="0" presId="urn:microsoft.com/office/officeart/2024/layout/BulletTimeline"/>
    <dgm:cxn modelId="{45327743-0B49-9644-B3AB-2316DE9FF136}" type="presParOf" srcId="{CA21CB1C-AC26-864D-8053-AF1D41337A0C}" destId="{6612EFB9-88DE-AD4C-B26B-D988C8EE3CF7}" srcOrd="1" destOrd="0" presId="urn:microsoft.com/office/officeart/2024/layout/BulletTimeline"/>
    <dgm:cxn modelId="{F40D0C29-845B-8E4E-8988-329564DE24DC}" type="presParOf" srcId="{CA21CB1C-AC26-864D-8053-AF1D41337A0C}" destId="{6D9FC1E5-4877-DF42-9C87-672FFD6AC8B6}" srcOrd="2" destOrd="0" presId="urn:microsoft.com/office/officeart/2024/layout/BulletTimeline"/>
    <dgm:cxn modelId="{703499C0-AD46-8847-A4EE-7F74CE38E247}" type="presParOf" srcId="{CA21CB1C-AC26-864D-8053-AF1D41337A0C}" destId="{EADB798D-1F2A-3941-8085-077EC6646A75}" srcOrd="3" destOrd="0" presId="urn:microsoft.com/office/officeart/2024/layout/BulletTimeline"/>
    <dgm:cxn modelId="{F1BFA70B-5A7B-1F4E-A37A-7A24E322BF7B}" type="presParOf" srcId="{CA21CB1C-AC26-864D-8053-AF1D41337A0C}" destId="{D67C4BA1-517E-7F49-A2C7-C67DC06E3DE4}" srcOrd="4" destOrd="0" presId="urn:microsoft.com/office/officeart/2024/layout/BulletTimeline"/>
    <dgm:cxn modelId="{C7F8CEF3-7B20-0A46-86A9-92F5E7C56EA6}" type="presParOf" srcId="{D67C4BA1-517E-7F49-A2C7-C67DC06E3DE4}" destId="{A4F1E487-A092-1044-B401-F9693894762F}" srcOrd="0" destOrd="0" presId="urn:microsoft.com/office/officeart/2024/layout/BulletTimeline"/>
    <dgm:cxn modelId="{7FD55F47-0988-BF44-9FBA-8043E30DC9CB}" type="presParOf" srcId="{CA21CB1C-AC26-864D-8053-AF1D41337A0C}" destId="{99DF2DCA-F621-7347-9481-9397B1F43150}" srcOrd="5" destOrd="0" presId="urn:microsoft.com/office/officeart/2024/layout/Bullet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5DEE4A-995E-420E-A1CE-30DA0F202F61}" type="doc">
      <dgm:prSet loTypeId="urn:microsoft.com/office/officeart/2005/8/layout/hList1" loCatId="icon" qsTypeId="urn:microsoft.com/office/officeart/2005/8/quickstyle/simple1" qsCatId="simple" csTypeId="urn:microsoft.com/office/officeart/2005/8/colors/colorful1" csCatId="colorful" phldr="1"/>
      <dgm:spPr/>
      <dgm:t>
        <a:bodyPr/>
        <a:lstStyle/>
        <a:p>
          <a:endParaRPr lang="en-US"/>
        </a:p>
      </dgm:t>
    </dgm:pt>
    <dgm:pt modelId="{97471966-A7A4-4147-8E4A-E9CB00F24D98}">
      <dgm:prSet/>
      <dgm:spPr/>
      <dgm:t>
        <a:bodyPr/>
        <a:lstStyle/>
        <a:p>
          <a:r>
            <a:rPr lang="en-US" dirty="0"/>
            <a:t>Qualitative Analysis</a:t>
          </a:r>
        </a:p>
      </dgm:t>
    </dgm:pt>
    <dgm:pt modelId="{583A2F61-2990-4C73-918B-BE2FA3B51D35}" type="parTrans" cxnId="{67062FAB-A5B7-48AD-AB9F-1C81133E1453}">
      <dgm:prSet/>
      <dgm:spPr/>
      <dgm:t>
        <a:bodyPr/>
        <a:lstStyle/>
        <a:p>
          <a:endParaRPr lang="en-US"/>
        </a:p>
      </dgm:t>
    </dgm:pt>
    <dgm:pt modelId="{1180CA6D-5995-46C2-837F-AB753146C37D}" type="sibTrans" cxnId="{67062FAB-A5B7-48AD-AB9F-1C81133E1453}">
      <dgm:prSet/>
      <dgm:spPr/>
      <dgm:t>
        <a:bodyPr/>
        <a:lstStyle/>
        <a:p>
          <a:endParaRPr lang="en-US"/>
        </a:p>
      </dgm:t>
    </dgm:pt>
    <dgm:pt modelId="{FC744841-EFED-494D-B9EE-269A7171FBEB}">
      <dgm:prSet custT="1"/>
      <dgm:spPr/>
      <dgm:t>
        <a:bodyPr/>
        <a:lstStyle/>
        <a:p>
          <a:pPr>
            <a:lnSpc>
              <a:spcPct val="100000"/>
            </a:lnSpc>
            <a:buFont typeface="Arial" panose="020B0604020202020204" pitchFamily="34" charset="0"/>
            <a:buChar char="•"/>
          </a:pPr>
          <a:r>
            <a:rPr lang="en-US" sz="3200" dirty="0"/>
            <a:t>What is qualitative data?</a:t>
          </a:r>
        </a:p>
      </dgm:t>
    </dgm:pt>
    <dgm:pt modelId="{0688FC1B-E8CC-440F-B7A2-9C93590A90F9}" type="parTrans" cxnId="{903B4F8E-CF91-4F95-B55D-125CC1D586DC}">
      <dgm:prSet/>
      <dgm:spPr/>
      <dgm:t>
        <a:bodyPr/>
        <a:lstStyle/>
        <a:p>
          <a:endParaRPr lang="en-US"/>
        </a:p>
      </dgm:t>
    </dgm:pt>
    <dgm:pt modelId="{6C4C7C92-F282-47CA-BF7D-D2DC11E6E771}" type="sibTrans" cxnId="{903B4F8E-CF91-4F95-B55D-125CC1D586DC}">
      <dgm:prSet/>
      <dgm:spPr/>
      <dgm:t>
        <a:bodyPr/>
        <a:lstStyle/>
        <a:p>
          <a:endParaRPr lang="en-US"/>
        </a:p>
      </dgm:t>
    </dgm:pt>
    <dgm:pt modelId="{40AC4438-0BDC-429E-AA9A-19260AFADB32}">
      <dgm:prSet/>
      <dgm:spPr>
        <a:solidFill>
          <a:srgbClr val="C00000"/>
        </a:solidFill>
      </dgm:spPr>
      <dgm:t>
        <a:bodyPr/>
        <a:lstStyle/>
        <a:p>
          <a:r>
            <a:rPr lang="en-US" dirty="0"/>
            <a:t>Quantitative Analysis</a:t>
          </a:r>
        </a:p>
      </dgm:t>
    </dgm:pt>
    <dgm:pt modelId="{338CD96B-EB1F-404D-B832-C175D63518A8}" type="parTrans" cxnId="{B006FA9F-0DFC-4D59-9ACB-FE4CBFEDD843}">
      <dgm:prSet/>
      <dgm:spPr/>
      <dgm:t>
        <a:bodyPr/>
        <a:lstStyle/>
        <a:p>
          <a:endParaRPr lang="en-US"/>
        </a:p>
      </dgm:t>
    </dgm:pt>
    <dgm:pt modelId="{0D59DE08-9391-4A4F-B208-1F283E60989A}" type="sibTrans" cxnId="{B006FA9F-0DFC-4D59-9ACB-FE4CBFEDD843}">
      <dgm:prSet/>
      <dgm:spPr/>
      <dgm:t>
        <a:bodyPr/>
        <a:lstStyle/>
        <a:p>
          <a:endParaRPr lang="en-US"/>
        </a:p>
      </dgm:t>
    </dgm:pt>
    <dgm:pt modelId="{3A8F42F0-0559-463B-85D1-FB76AE730D37}">
      <dgm:prSet custT="1"/>
      <dgm:spPr>
        <a:solidFill>
          <a:srgbClr val="FFE0E1">
            <a:alpha val="89804"/>
          </a:srgbClr>
        </a:solidFill>
      </dgm:spPr>
      <dgm:t>
        <a:bodyPr/>
        <a:lstStyle/>
        <a:p>
          <a:r>
            <a:rPr lang="en-US" sz="3200" dirty="0"/>
            <a:t>What is quantitative data?</a:t>
          </a:r>
        </a:p>
      </dgm:t>
    </dgm:pt>
    <dgm:pt modelId="{A724B8CA-7F74-4062-8F00-391ED7837BD0}" type="parTrans" cxnId="{8C5E2A43-DCD6-4FCF-AF22-4CBAD8326554}">
      <dgm:prSet/>
      <dgm:spPr/>
      <dgm:t>
        <a:bodyPr/>
        <a:lstStyle/>
        <a:p>
          <a:endParaRPr lang="en-US"/>
        </a:p>
      </dgm:t>
    </dgm:pt>
    <dgm:pt modelId="{98A36811-653F-4D43-AE4B-CDF3413FE851}" type="sibTrans" cxnId="{8C5E2A43-DCD6-4FCF-AF22-4CBAD8326554}">
      <dgm:prSet/>
      <dgm:spPr/>
      <dgm:t>
        <a:bodyPr/>
        <a:lstStyle/>
        <a:p>
          <a:endParaRPr lang="en-US"/>
        </a:p>
      </dgm:t>
    </dgm:pt>
    <dgm:pt modelId="{91E0A3CF-82AD-0E49-A0FF-24D7206FCB0B}">
      <dgm:prSet custT="1"/>
      <dgm:spPr/>
      <dgm:t>
        <a:bodyPr/>
        <a:lstStyle/>
        <a:p>
          <a:pPr>
            <a:lnSpc>
              <a:spcPct val="100000"/>
            </a:lnSpc>
            <a:buFont typeface="Arial" panose="020B0604020202020204" pitchFamily="34" charset="0"/>
            <a:buChar char="•"/>
          </a:pPr>
          <a:r>
            <a:rPr lang="en-US" sz="3200" dirty="0"/>
            <a:t>How do we </a:t>
          </a:r>
          <a:r>
            <a:rPr lang="en-US" sz="3200" dirty="0" err="1"/>
            <a:t>analyse</a:t>
          </a:r>
          <a:r>
            <a:rPr lang="en-US" sz="3200" dirty="0"/>
            <a:t> qualitative data?</a:t>
          </a:r>
        </a:p>
      </dgm:t>
    </dgm:pt>
    <dgm:pt modelId="{0844A8B3-0C4E-7E48-992A-5DB3C8667BEC}" type="parTrans" cxnId="{DD09B38C-60E1-3E46-AD68-1CDA85684156}">
      <dgm:prSet/>
      <dgm:spPr/>
      <dgm:t>
        <a:bodyPr/>
        <a:lstStyle/>
        <a:p>
          <a:endParaRPr lang="en-GB"/>
        </a:p>
      </dgm:t>
    </dgm:pt>
    <dgm:pt modelId="{96D9B83B-AFE7-9242-AFDD-16581B19667F}" type="sibTrans" cxnId="{DD09B38C-60E1-3E46-AD68-1CDA85684156}">
      <dgm:prSet/>
      <dgm:spPr/>
      <dgm:t>
        <a:bodyPr/>
        <a:lstStyle/>
        <a:p>
          <a:endParaRPr lang="en-GB"/>
        </a:p>
      </dgm:t>
    </dgm:pt>
    <dgm:pt modelId="{040BAD61-1724-AC40-9C25-ECB0E571A308}">
      <dgm:prSet custT="1"/>
      <dgm:spPr>
        <a:solidFill>
          <a:srgbClr val="FFE0E1">
            <a:alpha val="89804"/>
          </a:srgbClr>
        </a:solidFill>
      </dgm:spPr>
      <dgm:t>
        <a:bodyPr/>
        <a:lstStyle/>
        <a:p>
          <a:r>
            <a:rPr lang="en-US" sz="3200" dirty="0"/>
            <a:t>Snippet examining quantitative data</a:t>
          </a:r>
        </a:p>
      </dgm:t>
    </dgm:pt>
    <dgm:pt modelId="{F9C32DAB-2AC9-8E42-A09F-084C12B38B89}" type="parTrans" cxnId="{42A21AD2-F95D-5442-8B94-138FF2BE5C88}">
      <dgm:prSet/>
      <dgm:spPr/>
      <dgm:t>
        <a:bodyPr/>
        <a:lstStyle/>
        <a:p>
          <a:endParaRPr lang="en-GB"/>
        </a:p>
      </dgm:t>
    </dgm:pt>
    <dgm:pt modelId="{BC0B75E4-5D9D-7844-BFFF-29A6D2EC0F2B}" type="sibTrans" cxnId="{42A21AD2-F95D-5442-8B94-138FF2BE5C88}">
      <dgm:prSet/>
      <dgm:spPr/>
      <dgm:t>
        <a:bodyPr/>
        <a:lstStyle/>
        <a:p>
          <a:endParaRPr lang="en-GB"/>
        </a:p>
      </dgm:t>
    </dgm:pt>
    <dgm:pt modelId="{F3F9DAEB-9EBB-ED48-9D26-8ADA3E9A4BBE}" type="pres">
      <dgm:prSet presAssocID="{CC5DEE4A-995E-420E-A1CE-30DA0F202F61}" presName="Name0" presStyleCnt="0">
        <dgm:presLayoutVars>
          <dgm:dir/>
          <dgm:animLvl val="lvl"/>
          <dgm:resizeHandles val="exact"/>
        </dgm:presLayoutVars>
      </dgm:prSet>
      <dgm:spPr/>
    </dgm:pt>
    <dgm:pt modelId="{FF4DAA49-86F8-1642-8596-F55E62BC7407}" type="pres">
      <dgm:prSet presAssocID="{97471966-A7A4-4147-8E4A-E9CB00F24D98}" presName="composite" presStyleCnt="0"/>
      <dgm:spPr/>
    </dgm:pt>
    <dgm:pt modelId="{1F13494B-A927-414C-8CE3-50E037D64ADB}" type="pres">
      <dgm:prSet presAssocID="{97471966-A7A4-4147-8E4A-E9CB00F24D98}" presName="parTx" presStyleLbl="alignNode1" presStyleIdx="0" presStyleCnt="2">
        <dgm:presLayoutVars>
          <dgm:chMax val="0"/>
          <dgm:chPref val="0"/>
          <dgm:bulletEnabled val="1"/>
        </dgm:presLayoutVars>
      </dgm:prSet>
      <dgm:spPr/>
    </dgm:pt>
    <dgm:pt modelId="{14D95E50-D6E0-EE4C-869C-A7B71F40950C}" type="pres">
      <dgm:prSet presAssocID="{97471966-A7A4-4147-8E4A-E9CB00F24D98}" presName="desTx" presStyleLbl="alignAccFollowNode1" presStyleIdx="0" presStyleCnt="2">
        <dgm:presLayoutVars>
          <dgm:bulletEnabled val="1"/>
        </dgm:presLayoutVars>
      </dgm:prSet>
      <dgm:spPr/>
    </dgm:pt>
    <dgm:pt modelId="{7230271D-3B1D-4A46-A4CE-6C9A689FAABF}" type="pres">
      <dgm:prSet presAssocID="{1180CA6D-5995-46C2-837F-AB753146C37D}" presName="space" presStyleCnt="0"/>
      <dgm:spPr/>
    </dgm:pt>
    <dgm:pt modelId="{028184D1-7E9F-D343-A4C8-F4AC30F223E9}" type="pres">
      <dgm:prSet presAssocID="{40AC4438-0BDC-429E-AA9A-19260AFADB32}" presName="composite" presStyleCnt="0"/>
      <dgm:spPr/>
    </dgm:pt>
    <dgm:pt modelId="{790834C9-F935-F540-A1A3-5D489FFE3694}" type="pres">
      <dgm:prSet presAssocID="{40AC4438-0BDC-429E-AA9A-19260AFADB32}" presName="parTx" presStyleLbl="alignNode1" presStyleIdx="1" presStyleCnt="2">
        <dgm:presLayoutVars>
          <dgm:chMax val="0"/>
          <dgm:chPref val="0"/>
          <dgm:bulletEnabled val="1"/>
        </dgm:presLayoutVars>
      </dgm:prSet>
      <dgm:spPr/>
    </dgm:pt>
    <dgm:pt modelId="{571E2357-4231-544E-8702-05F090B4E558}" type="pres">
      <dgm:prSet presAssocID="{40AC4438-0BDC-429E-AA9A-19260AFADB32}" presName="desTx" presStyleLbl="alignAccFollowNode1" presStyleIdx="1" presStyleCnt="2">
        <dgm:presLayoutVars>
          <dgm:bulletEnabled val="1"/>
        </dgm:presLayoutVars>
      </dgm:prSet>
      <dgm:spPr/>
    </dgm:pt>
  </dgm:ptLst>
  <dgm:cxnLst>
    <dgm:cxn modelId="{8C5E2A43-DCD6-4FCF-AF22-4CBAD8326554}" srcId="{40AC4438-0BDC-429E-AA9A-19260AFADB32}" destId="{3A8F42F0-0559-463B-85D1-FB76AE730D37}" srcOrd="0" destOrd="0" parTransId="{A724B8CA-7F74-4062-8F00-391ED7837BD0}" sibTransId="{98A36811-653F-4D43-AE4B-CDF3413FE851}"/>
    <dgm:cxn modelId="{1AB09C48-546B-8548-BBDD-16995B50DA9E}" type="presOf" srcId="{91E0A3CF-82AD-0E49-A0FF-24D7206FCB0B}" destId="{14D95E50-D6E0-EE4C-869C-A7B71F40950C}" srcOrd="0" destOrd="1" presId="urn:microsoft.com/office/officeart/2005/8/layout/hList1"/>
    <dgm:cxn modelId="{DD09B38C-60E1-3E46-AD68-1CDA85684156}" srcId="{97471966-A7A4-4147-8E4A-E9CB00F24D98}" destId="{91E0A3CF-82AD-0E49-A0FF-24D7206FCB0B}" srcOrd="1" destOrd="0" parTransId="{0844A8B3-0C4E-7E48-992A-5DB3C8667BEC}" sibTransId="{96D9B83B-AFE7-9242-AFDD-16581B19667F}"/>
    <dgm:cxn modelId="{903B4F8E-CF91-4F95-B55D-125CC1D586DC}" srcId="{97471966-A7A4-4147-8E4A-E9CB00F24D98}" destId="{FC744841-EFED-494D-B9EE-269A7171FBEB}" srcOrd="0" destOrd="0" parTransId="{0688FC1B-E8CC-440F-B7A2-9C93590A90F9}" sibTransId="{6C4C7C92-F282-47CA-BF7D-D2DC11E6E771}"/>
    <dgm:cxn modelId="{B006FA9F-0DFC-4D59-9ACB-FE4CBFEDD843}" srcId="{CC5DEE4A-995E-420E-A1CE-30DA0F202F61}" destId="{40AC4438-0BDC-429E-AA9A-19260AFADB32}" srcOrd="1" destOrd="0" parTransId="{338CD96B-EB1F-404D-B832-C175D63518A8}" sibTransId="{0D59DE08-9391-4A4F-B208-1F283E60989A}"/>
    <dgm:cxn modelId="{67062FAB-A5B7-48AD-AB9F-1C81133E1453}" srcId="{CC5DEE4A-995E-420E-A1CE-30DA0F202F61}" destId="{97471966-A7A4-4147-8E4A-E9CB00F24D98}" srcOrd="0" destOrd="0" parTransId="{583A2F61-2990-4C73-918B-BE2FA3B51D35}" sibTransId="{1180CA6D-5995-46C2-837F-AB753146C37D}"/>
    <dgm:cxn modelId="{3E7651B8-F66E-494A-AE91-8B2574E9F1A2}" type="presOf" srcId="{CC5DEE4A-995E-420E-A1CE-30DA0F202F61}" destId="{F3F9DAEB-9EBB-ED48-9D26-8ADA3E9A4BBE}" srcOrd="0" destOrd="0" presId="urn:microsoft.com/office/officeart/2005/8/layout/hList1"/>
    <dgm:cxn modelId="{42A21AD2-F95D-5442-8B94-138FF2BE5C88}" srcId="{40AC4438-0BDC-429E-AA9A-19260AFADB32}" destId="{040BAD61-1724-AC40-9C25-ECB0E571A308}" srcOrd="1" destOrd="0" parTransId="{F9C32DAB-2AC9-8E42-A09F-084C12B38B89}" sibTransId="{BC0B75E4-5D9D-7844-BFFF-29A6D2EC0F2B}"/>
    <dgm:cxn modelId="{30CFDAD7-591D-244A-A3F3-8DF660E01EDD}" type="presOf" srcId="{040BAD61-1724-AC40-9C25-ECB0E571A308}" destId="{571E2357-4231-544E-8702-05F090B4E558}" srcOrd="0" destOrd="1" presId="urn:microsoft.com/office/officeart/2005/8/layout/hList1"/>
    <dgm:cxn modelId="{A7AA74DF-222F-4A4D-8A28-733E33F19A01}" type="presOf" srcId="{3A8F42F0-0559-463B-85D1-FB76AE730D37}" destId="{571E2357-4231-544E-8702-05F090B4E558}" srcOrd="0" destOrd="0" presId="urn:microsoft.com/office/officeart/2005/8/layout/hList1"/>
    <dgm:cxn modelId="{61693EED-2E30-A34C-A22E-B94A218D3DE8}" type="presOf" srcId="{40AC4438-0BDC-429E-AA9A-19260AFADB32}" destId="{790834C9-F935-F540-A1A3-5D489FFE3694}" srcOrd="0" destOrd="0" presId="urn:microsoft.com/office/officeart/2005/8/layout/hList1"/>
    <dgm:cxn modelId="{CEDE63F4-8508-C642-800B-04858226C8B5}" type="presOf" srcId="{FC744841-EFED-494D-B9EE-269A7171FBEB}" destId="{14D95E50-D6E0-EE4C-869C-A7B71F40950C}" srcOrd="0" destOrd="0" presId="urn:microsoft.com/office/officeart/2005/8/layout/hList1"/>
    <dgm:cxn modelId="{AF0F8FFB-6453-C04E-BC3E-7934FD4CB434}" type="presOf" srcId="{97471966-A7A4-4147-8E4A-E9CB00F24D98}" destId="{1F13494B-A927-414C-8CE3-50E037D64ADB}" srcOrd="0" destOrd="0" presId="urn:microsoft.com/office/officeart/2005/8/layout/hList1"/>
    <dgm:cxn modelId="{CFF9E3F7-E6B4-AE4B-BFB7-3C1CD12429BD}" type="presParOf" srcId="{F3F9DAEB-9EBB-ED48-9D26-8ADA3E9A4BBE}" destId="{FF4DAA49-86F8-1642-8596-F55E62BC7407}" srcOrd="0" destOrd="0" presId="urn:microsoft.com/office/officeart/2005/8/layout/hList1"/>
    <dgm:cxn modelId="{197A5846-B1F0-3840-80BE-92E1A38A5541}" type="presParOf" srcId="{FF4DAA49-86F8-1642-8596-F55E62BC7407}" destId="{1F13494B-A927-414C-8CE3-50E037D64ADB}" srcOrd="0" destOrd="0" presId="urn:microsoft.com/office/officeart/2005/8/layout/hList1"/>
    <dgm:cxn modelId="{41B887A3-93F1-3940-9BC0-C71748CCEBF7}" type="presParOf" srcId="{FF4DAA49-86F8-1642-8596-F55E62BC7407}" destId="{14D95E50-D6E0-EE4C-869C-A7B71F40950C}" srcOrd="1" destOrd="0" presId="urn:microsoft.com/office/officeart/2005/8/layout/hList1"/>
    <dgm:cxn modelId="{13E176FE-D080-1A4C-A731-12B46C947435}" type="presParOf" srcId="{F3F9DAEB-9EBB-ED48-9D26-8ADA3E9A4BBE}" destId="{7230271D-3B1D-4A46-A4CE-6C9A689FAABF}" srcOrd="1" destOrd="0" presId="urn:microsoft.com/office/officeart/2005/8/layout/hList1"/>
    <dgm:cxn modelId="{9A612D20-5009-0141-AEBD-E589A9234DC3}" type="presParOf" srcId="{F3F9DAEB-9EBB-ED48-9D26-8ADA3E9A4BBE}" destId="{028184D1-7E9F-D343-A4C8-F4AC30F223E9}" srcOrd="2" destOrd="0" presId="urn:microsoft.com/office/officeart/2005/8/layout/hList1"/>
    <dgm:cxn modelId="{08F9D9D4-D3D1-2043-A457-C798873F6D25}" type="presParOf" srcId="{028184D1-7E9F-D343-A4C8-F4AC30F223E9}" destId="{790834C9-F935-F540-A1A3-5D489FFE3694}" srcOrd="0" destOrd="0" presId="urn:microsoft.com/office/officeart/2005/8/layout/hList1"/>
    <dgm:cxn modelId="{3577D485-8DD9-0141-8C3E-F66AE7673F78}" type="presParOf" srcId="{028184D1-7E9F-D343-A4C8-F4AC30F223E9}" destId="{571E2357-4231-544E-8702-05F090B4E55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EB3355-E524-EB4B-89A1-60E22E0E2387}">
      <dsp:nvSpPr>
        <dsp:cNvPr id="0" name=""/>
        <dsp:cNvSpPr/>
      </dsp:nvSpPr>
      <dsp:spPr>
        <a:xfrm>
          <a:off x="0" y="2153912"/>
          <a:ext cx="10473537" cy="43513"/>
        </a:xfrm>
        <a:prstGeom prst="rect">
          <a:avLst/>
        </a:prstGeom>
        <a:gradFill rotWithShape="0">
          <a:gsLst>
            <a:gs pos="0">
              <a:schemeClr val="accent4">
                <a:tint val="76000"/>
              </a:schemeClr>
            </a:gs>
            <a:gs pos="100000">
              <a:schemeClr val="accent4">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9B7A149A-0C08-2244-B99A-0222B2FCC471}">
      <dsp:nvSpPr>
        <dsp:cNvPr id="0" name=""/>
        <dsp:cNvSpPr/>
      </dsp:nvSpPr>
      <dsp:spPr>
        <a:xfrm>
          <a:off x="10254519" y="2001615"/>
          <a:ext cx="261080" cy="348107"/>
        </a:xfrm>
        <a:prstGeom prst="chevron">
          <a:avLst>
            <a:gd name="adj" fmla="val 75000"/>
          </a:avLst>
        </a:prstGeom>
        <a:gradFill rotWithShape="0">
          <a:gsLst>
            <a:gs pos="0">
              <a:schemeClr val="accent4">
                <a:tint val="76000"/>
              </a:schemeClr>
            </a:gs>
            <a:gs pos="100000">
              <a:schemeClr val="accent4">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06EEF0BF-F62A-004A-BF07-9A9EC2AC378B}">
      <dsp:nvSpPr>
        <dsp:cNvPr id="0" name=""/>
        <dsp:cNvSpPr/>
      </dsp:nvSpPr>
      <dsp:spPr>
        <a:xfrm>
          <a:off x="522594" y="992105"/>
          <a:ext cx="1814919" cy="1009510"/>
        </a:xfrm>
        <a:prstGeom prst="rect">
          <a:avLst/>
        </a:prstGeom>
        <a:noFill/>
        <a:ln>
          <a:noFill/>
        </a:ln>
        <a:effectLst/>
      </dsp:spPr>
      <dsp:style>
        <a:lnRef idx="0">
          <a:scrgbClr r="0" g="0" b="0"/>
        </a:lnRef>
        <a:fillRef idx="0">
          <a:scrgbClr r="0" g="0" b="0"/>
        </a:fillRef>
        <a:effectRef idx="0">
          <a:scrgbClr r="0" g="0" b="0"/>
        </a:effectRef>
        <a:fontRef idx="minor"/>
      </dsp:style>
    </dsp:sp>
    <dsp:sp modelId="{B88CEBC5-9369-9549-B52C-02BF1B39C2D1}">
      <dsp:nvSpPr>
        <dsp:cNvPr id="0" name=""/>
        <dsp:cNvSpPr/>
      </dsp:nvSpPr>
      <dsp:spPr>
        <a:xfrm>
          <a:off x="522594" y="469944"/>
          <a:ext cx="1814919" cy="52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defRPr b="1"/>
          </a:pPr>
          <a:r>
            <a:rPr lang="en-GB" sz="1900" kern="1200" dirty="0"/>
            <a:t>Project Scoping</a:t>
          </a:r>
        </a:p>
      </dsp:txBody>
      <dsp:txXfrm>
        <a:off x="522594" y="469944"/>
        <a:ext cx="1814919" cy="522160"/>
      </dsp:txXfrm>
    </dsp:sp>
    <dsp:sp modelId="{7F09A018-BD62-774E-A176-4E05AD1F08E1}">
      <dsp:nvSpPr>
        <dsp:cNvPr id="0" name=""/>
        <dsp:cNvSpPr/>
      </dsp:nvSpPr>
      <dsp:spPr>
        <a:xfrm>
          <a:off x="245647" y="435133"/>
          <a:ext cx="32581" cy="1740535"/>
        </a:xfrm>
        <a:prstGeom prst="rect">
          <a:avLst/>
        </a:prstGeom>
        <a:solidFill>
          <a:schemeClr val="accent4">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22651D-C960-1F4F-A7F9-FF4406E0BAD1}">
      <dsp:nvSpPr>
        <dsp:cNvPr id="0" name=""/>
        <dsp:cNvSpPr/>
      </dsp:nvSpPr>
      <dsp:spPr>
        <a:xfrm>
          <a:off x="1690708" y="3063341"/>
          <a:ext cx="1814919" cy="818051"/>
        </a:xfrm>
        <a:prstGeom prst="rect">
          <a:avLst/>
        </a:prstGeom>
        <a:noFill/>
        <a:ln>
          <a:noFill/>
        </a:ln>
        <a:effectLst/>
      </dsp:spPr>
      <dsp:style>
        <a:lnRef idx="0">
          <a:scrgbClr r="0" g="0" b="0"/>
        </a:lnRef>
        <a:fillRef idx="0">
          <a:scrgbClr r="0" g="0" b="0"/>
        </a:fillRef>
        <a:effectRef idx="0">
          <a:scrgbClr r="0" g="0" b="0"/>
        </a:effectRef>
        <a:fontRef idx="minor"/>
      </dsp:style>
    </dsp:sp>
    <dsp:sp modelId="{A2190C82-7ABB-364F-A7AD-E001D6778389}">
      <dsp:nvSpPr>
        <dsp:cNvPr id="0" name=""/>
        <dsp:cNvSpPr/>
      </dsp:nvSpPr>
      <dsp:spPr>
        <a:xfrm>
          <a:off x="1690708" y="2523776"/>
          <a:ext cx="1814919" cy="539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defRPr b="1"/>
          </a:pPr>
          <a:r>
            <a:rPr lang="en-GB" sz="1900" kern="1200" dirty="0"/>
            <a:t>Literature Review</a:t>
          </a:r>
        </a:p>
      </dsp:txBody>
      <dsp:txXfrm>
        <a:off x="1690708" y="2523776"/>
        <a:ext cx="1814919" cy="539565"/>
      </dsp:txXfrm>
    </dsp:sp>
    <dsp:sp modelId="{91017AEF-5EA8-4345-8350-025DFA50765E}">
      <dsp:nvSpPr>
        <dsp:cNvPr id="0" name=""/>
        <dsp:cNvSpPr/>
      </dsp:nvSpPr>
      <dsp:spPr>
        <a:xfrm>
          <a:off x="1413762" y="2175669"/>
          <a:ext cx="32581" cy="1740535"/>
        </a:xfrm>
        <a:prstGeom prst="rect">
          <a:avLst/>
        </a:prstGeom>
        <a:solidFill>
          <a:schemeClr val="accent4">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08A269-D008-D24E-85A1-3E5352DC88B2}">
      <dsp:nvSpPr>
        <dsp:cNvPr id="0" name=""/>
        <dsp:cNvSpPr/>
      </dsp:nvSpPr>
      <dsp:spPr>
        <a:xfrm>
          <a:off x="177225" y="2090956"/>
          <a:ext cx="169425" cy="169425"/>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7AD9C5-10BC-5945-B3A5-A9971D7DEE35}">
      <dsp:nvSpPr>
        <dsp:cNvPr id="0" name=""/>
        <dsp:cNvSpPr/>
      </dsp:nvSpPr>
      <dsp:spPr>
        <a:xfrm>
          <a:off x="1345340" y="2090956"/>
          <a:ext cx="169425" cy="169425"/>
        </a:xfrm>
        <a:prstGeom prst="ellipse">
          <a:avLst/>
        </a:prstGeom>
        <a:solidFill>
          <a:schemeClr val="accent4">
            <a:hueOff val="1400127"/>
            <a:satOff val="-5825"/>
            <a:lumOff val="1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071600-FC50-0B4C-92C0-516C193629B5}">
      <dsp:nvSpPr>
        <dsp:cNvPr id="0" name=""/>
        <dsp:cNvSpPr/>
      </dsp:nvSpPr>
      <dsp:spPr>
        <a:xfrm>
          <a:off x="2858823" y="992105"/>
          <a:ext cx="1814919" cy="1009510"/>
        </a:xfrm>
        <a:prstGeom prst="rect">
          <a:avLst/>
        </a:prstGeom>
        <a:noFill/>
        <a:ln>
          <a:noFill/>
        </a:ln>
        <a:effectLst/>
      </dsp:spPr>
      <dsp:style>
        <a:lnRef idx="0">
          <a:scrgbClr r="0" g="0" b="0"/>
        </a:lnRef>
        <a:fillRef idx="0">
          <a:scrgbClr r="0" g="0" b="0"/>
        </a:fillRef>
        <a:effectRef idx="0">
          <a:scrgbClr r="0" g="0" b="0"/>
        </a:effectRef>
        <a:fontRef idx="minor"/>
      </dsp:style>
    </dsp:sp>
    <dsp:sp modelId="{0593A18A-324D-8D4C-A8F7-729493E57366}">
      <dsp:nvSpPr>
        <dsp:cNvPr id="0" name=""/>
        <dsp:cNvSpPr/>
      </dsp:nvSpPr>
      <dsp:spPr>
        <a:xfrm>
          <a:off x="2858823" y="469944"/>
          <a:ext cx="1814919" cy="52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defRPr b="1"/>
          </a:pPr>
          <a:r>
            <a:rPr lang="en-GB" sz="1900" kern="1200" dirty="0"/>
            <a:t>Research Design</a:t>
          </a:r>
        </a:p>
      </dsp:txBody>
      <dsp:txXfrm>
        <a:off x="2858823" y="469944"/>
        <a:ext cx="1814919" cy="522160"/>
      </dsp:txXfrm>
    </dsp:sp>
    <dsp:sp modelId="{41FB045E-9E4E-D341-8328-0B2983AF50AC}">
      <dsp:nvSpPr>
        <dsp:cNvPr id="0" name=""/>
        <dsp:cNvSpPr/>
      </dsp:nvSpPr>
      <dsp:spPr>
        <a:xfrm>
          <a:off x="2581877" y="435133"/>
          <a:ext cx="32581" cy="1740535"/>
        </a:xfrm>
        <a:prstGeom prst="rect">
          <a:avLst/>
        </a:prstGeom>
        <a:solidFill>
          <a:schemeClr val="accent4">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86095D-14A0-644F-BE7D-51EC61A6EF7E}">
      <dsp:nvSpPr>
        <dsp:cNvPr id="0" name=""/>
        <dsp:cNvSpPr/>
      </dsp:nvSpPr>
      <dsp:spPr>
        <a:xfrm>
          <a:off x="4026938" y="3063341"/>
          <a:ext cx="1814919" cy="818051"/>
        </a:xfrm>
        <a:prstGeom prst="rect">
          <a:avLst/>
        </a:prstGeom>
        <a:noFill/>
        <a:ln>
          <a:noFill/>
        </a:ln>
        <a:effectLst/>
      </dsp:spPr>
      <dsp:style>
        <a:lnRef idx="0">
          <a:scrgbClr r="0" g="0" b="0"/>
        </a:lnRef>
        <a:fillRef idx="0">
          <a:scrgbClr r="0" g="0" b="0"/>
        </a:fillRef>
        <a:effectRef idx="0">
          <a:scrgbClr r="0" g="0" b="0"/>
        </a:effectRef>
        <a:fontRef idx="minor"/>
      </dsp:style>
    </dsp:sp>
    <dsp:sp modelId="{BC957F5B-050A-264F-A359-D9E24272CC85}">
      <dsp:nvSpPr>
        <dsp:cNvPr id="0" name=""/>
        <dsp:cNvSpPr/>
      </dsp:nvSpPr>
      <dsp:spPr>
        <a:xfrm>
          <a:off x="4026938" y="2523776"/>
          <a:ext cx="1814919" cy="539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defRPr b="1"/>
          </a:pPr>
          <a:r>
            <a:rPr lang="en-GB" sz="1900" kern="1200" dirty="0"/>
            <a:t>Ethics Application</a:t>
          </a:r>
        </a:p>
      </dsp:txBody>
      <dsp:txXfrm>
        <a:off x="4026938" y="2523776"/>
        <a:ext cx="1814919" cy="539565"/>
      </dsp:txXfrm>
    </dsp:sp>
    <dsp:sp modelId="{47E39F6D-91FB-9A44-89BD-2B00F474A78C}">
      <dsp:nvSpPr>
        <dsp:cNvPr id="0" name=""/>
        <dsp:cNvSpPr/>
      </dsp:nvSpPr>
      <dsp:spPr>
        <a:xfrm>
          <a:off x="3749992" y="2175669"/>
          <a:ext cx="32581" cy="1740535"/>
        </a:xfrm>
        <a:prstGeom prst="rect">
          <a:avLst/>
        </a:prstGeom>
        <a:solidFill>
          <a:schemeClr val="accent4">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548409-9197-EB46-9AC1-069B26274783}">
      <dsp:nvSpPr>
        <dsp:cNvPr id="0" name=""/>
        <dsp:cNvSpPr/>
      </dsp:nvSpPr>
      <dsp:spPr>
        <a:xfrm>
          <a:off x="2513455" y="2090956"/>
          <a:ext cx="169425" cy="169425"/>
        </a:xfrm>
        <a:prstGeom prst="ellipse">
          <a:avLst/>
        </a:prstGeom>
        <a:solidFill>
          <a:schemeClr val="accent4">
            <a:hueOff val="2800255"/>
            <a:satOff val="-11651"/>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9427EE-D127-DE44-A46A-3F98A2FAF6F7}">
      <dsp:nvSpPr>
        <dsp:cNvPr id="0" name=""/>
        <dsp:cNvSpPr/>
      </dsp:nvSpPr>
      <dsp:spPr>
        <a:xfrm>
          <a:off x="3681570" y="2090956"/>
          <a:ext cx="169425" cy="169425"/>
        </a:xfrm>
        <a:prstGeom prst="ellipse">
          <a:avLst/>
        </a:prstGeom>
        <a:solidFill>
          <a:schemeClr val="accent4">
            <a:hueOff val="4200382"/>
            <a:satOff val="-17476"/>
            <a:lumOff val="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24F1BD1-B579-594E-A28F-23C5A832D3D3}">
      <dsp:nvSpPr>
        <dsp:cNvPr id="0" name=""/>
        <dsp:cNvSpPr/>
      </dsp:nvSpPr>
      <dsp:spPr>
        <a:xfrm>
          <a:off x="5195053" y="992105"/>
          <a:ext cx="1814919" cy="1009510"/>
        </a:xfrm>
        <a:prstGeom prst="rect">
          <a:avLst/>
        </a:prstGeom>
        <a:noFill/>
        <a:ln>
          <a:noFill/>
        </a:ln>
        <a:effectLst/>
      </dsp:spPr>
      <dsp:style>
        <a:lnRef idx="0">
          <a:scrgbClr r="0" g="0" b="0"/>
        </a:lnRef>
        <a:fillRef idx="0">
          <a:scrgbClr r="0" g="0" b="0"/>
        </a:fillRef>
        <a:effectRef idx="0">
          <a:scrgbClr r="0" g="0" b="0"/>
        </a:effectRef>
        <a:fontRef idx="minor"/>
      </dsp:style>
    </dsp:sp>
    <dsp:sp modelId="{AE9FD2B8-359C-1D48-A317-D2FC596E5C0D}">
      <dsp:nvSpPr>
        <dsp:cNvPr id="0" name=""/>
        <dsp:cNvSpPr/>
      </dsp:nvSpPr>
      <dsp:spPr>
        <a:xfrm>
          <a:off x="5195053" y="469944"/>
          <a:ext cx="1814919" cy="52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defRPr b="1"/>
          </a:pPr>
          <a:r>
            <a:rPr lang="en-GB" sz="1900" kern="1200" dirty="0"/>
            <a:t>Recruitment</a:t>
          </a:r>
        </a:p>
      </dsp:txBody>
      <dsp:txXfrm>
        <a:off x="5195053" y="469944"/>
        <a:ext cx="1814919" cy="522160"/>
      </dsp:txXfrm>
    </dsp:sp>
    <dsp:sp modelId="{4BAACA14-C922-7947-A561-A2BF1A7D8B1F}">
      <dsp:nvSpPr>
        <dsp:cNvPr id="0" name=""/>
        <dsp:cNvSpPr/>
      </dsp:nvSpPr>
      <dsp:spPr>
        <a:xfrm>
          <a:off x="4918106" y="435133"/>
          <a:ext cx="32581" cy="1740535"/>
        </a:xfrm>
        <a:prstGeom prst="rect">
          <a:avLst/>
        </a:prstGeom>
        <a:solidFill>
          <a:schemeClr val="accent4">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DDD110-07C2-7641-8FD5-0FCE6C54491F}">
      <dsp:nvSpPr>
        <dsp:cNvPr id="0" name=""/>
        <dsp:cNvSpPr/>
      </dsp:nvSpPr>
      <dsp:spPr>
        <a:xfrm>
          <a:off x="6363167" y="3063341"/>
          <a:ext cx="1814919" cy="818051"/>
        </a:xfrm>
        <a:prstGeom prst="rect">
          <a:avLst/>
        </a:prstGeom>
        <a:noFill/>
        <a:ln>
          <a:noFill/>
        </a:ln>
        <a:effectLst/>
      </dsp:spPr>
      <dsp:style>
        <a:lnRef idx="0">
          <a:scrgbClr r="0" g="0" b="0"/>
        </a:lnRef>
        <a:fillRef idx="0">
          <a:scrgbClr r="0" g="0" b="0"/>
        </a:fillRef>
        <a:effectRef idx="0">
          <a:scrgbClr r="0" g="0" b="0"/>
        </a:effectRef>
        <a:fontRef idx="minor"/>
      </dsp:style>
    </dsp:sp>
    <dsp:sp modelId="{2F239032-B220-E040-9CD8-8FF73DF196DE}">
      <dsp:nvSpPr>
        <dsp:cNvPr id="0" name=""/>
        <dsp:cNvSpPr/>
      </dsp:nvSpPr>
      <dsp:spPr>
        <a:xfrm>
          <a:off x="6363167" y="2523776"/>
          <a:ext cx="1814919" cy="539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defRPr b="1"/>
          </a:pPr>
          <a:r>
            <a:rPr lang="en-GB" sz="1900" kern="1200" dirty="0"/>
            <a:t>Data Collection</a:t>
          </a:r>
        </a:p>
      </dsp:txBody>
      <dsp:txXfrm>
        <a:off x="6363167" y="2523776"/>
        <a:ext cx="1814919" cy="539565"/>
      </dsp:txXfrm>
    </dsp:sp>
    <dsp:sp modelId="{EB8DD061-4E1E-CA46-85BF-E35B76978B7B}">
      <dsp:nvSpPr>
        <dsp:cNvPr id="0" name=""/>
        <dsp:cNvSpPr/>
      </dsp:nvSpPr>
      <dsp:spPr>
        <a:xfrm>
          <a:off x="6086221" y="2175669"/>
          <a:ext cx="32581" cy="1740535"/>
        </a:xfrm>
        <a:prstGeom prst="rect">
          <a:avLst/>
        </a:prstGeom>
        <a:solidFill>
          <a:schemeClr val="accent4">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75F559-BE7F-7940-93E2-4CCF68BEF3AF}">
      <dsp:nvSpPr>
        <dsp:cNvPr id="0" name=""/>
        <dsp:cNvSpPr/>
      </dsp:nvSpPr>
      <dsp:spPr>
        <a:xfrm>
          <a:off x="4849684" y="2090956"/>
          <a:ext cx="169425" cy="169425"/>
        </a:xfrm>
        <a:prstGeom prst="ellipse">
          <a:avLst/>
        </a:prstGeom>
        <a:solidFill>
          <a:schemeClr val="accent4">
            <a:hueOff val="5600509"/>
            <a:satOff val="-23301"/>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823420-DC19-584A-B421-1EEE3D43E1E9}">
      <dsp:nvSpPr>
        <dsp:cNvPr id="0" name=""/>
        <dsp:cNvSpPr/>
      </dsp:nvSpPr>
      <dsp:spPr>
        <a:xfrm>
          <a:off x="6017799" y="2090956"/>
          <a:ext cx="169425" cy="169425"/>
        </a:xfrm>
        <a:prstGeom prst="ellipse">
          <a:avLst/>
        </a:prstGeom>
        <a:solidFill>
          <a:schemeClr val="accent4">
            <a:hueOff val="7000636"/>
            <a:satOff val="-29126"/>
            <a:lumOff val="68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352194-D445-6345-AA68-05E890AEC2B9}">
      <dsp:nvSpPr>
        <dsp:cNvPr id="0" name=""/>
        <dsp:cNvSpPr/>
      </dsp:nvSpPr>
      <dsp:spPr>
        <a:xfrm>
          <a:off x="7531282" y="992105"/>
          <a:ext cx="1814919" cy="1009510"/>
        </a:xfrm>
        <a:prstGeom prst="rect">
          <a:avLst/>
        </a:prstGeom>
        <a:noFill/>
        <a:ln>
          <a:noFill/>
        </a:ln>
        <a:effectLst/>
      </dsp:spPr>
      <dsp:style>
        <a:lnRef idx="0">
          <a:scrgbClr r="0" g="0" b="0"/>
        </a:lnRef>
        <a:fillRef idx="0">
          <a:scrgbClr r="0" g="0" b="0"/>
        </a:fillRef>
        <a:effectRef idx="0">
          <a:scrgbClr r="0" g="0" b="0"/>
        </a:effectRef>
        <a:fontRef idx="minor"/>
      </dsp:style>
    </dsp:sp>
    <dsp:sp modelId="{0F4EC519-C267-8B4F-8573-5ACDEB0F2AD0}">
      <dsp:nvSpPr>
        <dsp:cNvPr id="0" name=""/>
        <dsp:cNvSpPr/>
      </dsp:nvSpPr>
      <dsp:spPr>
        <a:xfrm>
          <a:off x="7531282" y="469944"/>
          <a:ext cx="1814919" cy="522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defRPr b="1"/>
          </a:pPr>
          <a:r>
            <a:rPr lang="en-GB" sz="1900" kern="1200" dirty="0"/>
            <a:t>Data Analysis</a:t>
          </a:r>
        </a:p>
      </dsp:txBody>
      <dsp:txXfrm>
        <a:off x="7531282" y="469944"/>
        <a:ext cx="1814919" cy="522160"/>
      </dsp:txXfrm>
    </dsp:sp>
    <dsp:sp modelId="{B17E4176-6A82-3545-89F8-BD609D2429C0}">
      <dsp:nvSpPr>
        <dsp:cNvPr id="0" name=""/>
        <dsp:cNvSpPr/>
      </dsp:nvSpPr>
      <dsp:spPr>
        <a:xfrm>
          <a:off x="7254336" y="435133"/>
          <a:ext cx="32581" cy="1740535"/>
        </a:xfrm>
        <a:prstGeom prst="rect">
          <a:avLst/>
        </a:prstGeom>
        <a:solidFill>
          <a:schemeClr val="accent4">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612EFB9-88DE-AD4C-B26B-D988C8EE3CF7}">
      <dsp:nvSpPr>
        <dsp:cNvPr id="0" name=""/>
        <dsp:cNvSpPr/>
      </dsp:nvSpPr>
      <dsp:spPr>
        <a:xfrm>
          <a:off x="8699397" y="3063341"/>
          <a:ext cx="1814919" cy="818051"/>
        </a:xfrm>
        <a:prstGeom prst="rect">
          <a:avLst/>
        </a:prstGeom>
        <a:noFill/>
        <a:ln>
          <a:noFill/>
        </a:ln>
        <a:effectLst/>
      </dsp:spPr>
      <dsp:style>
        <a:lnRef idx="0">
          <a:scrgbClr r="0" g="0" b="0"/>
        </a:lnRef>
        <a:fillRef idx="0">
          <a:scrgbClr r="0" g="0" b="0"/>
        </a:fillRef>
        <a:effectRef idx="0">
          <a:scrgbClr r="0" g="0" b="0"/>
        </a:effectRef>
        <a:fontRef idx="minor"/>
      </dsp:style>
    </dsp:sp>
    <dsp:sp modelId="{6D9FC1E5-4877-DF42-9C87-672FFD6AC8B6}">
      <dsp:nvSpPr>
        <dsp:cNvPr id="0" name=""/>
        <dsp:cNvSpPr/>
      </dsp:nvSpPr>
      <dsp:spPr>
        <a:xfrm>
          <a:off x="8699397" y="2523776"/>
          <a:ext cx="1814919" cy="539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44550">
            <a:lnSpc>
              <a:spcPct val="90000"/>
            </a:lnSpc>
            <a:spcBef>
              <a:spcPct val="0"/>
            </a:spcBef>
            <a:spcAft>
              <a:spcPct val="35000"/>
            </a:spcAft>
            <a:buNone/>
            <a:defRPr b="1"/>
          </a:pPr>
          <a:r>
            <a:rPr lang="en-GB" sz="1900" kern="1200" dirty="0"/>
            <a:t>Write-up</a:t>
          </a:r>
        </a:p>
      </dsp:txBody>
      <dsp:txXfrm>
        <a:off x="8699397" y="2523776"/>
        <a:ext cx="1814919" cy="539565"/>
      </dsp:txXfrm>
    </dsp:sp>
    <dsp:sp modelId="{EADB798D-1F2A-3941-8085-077EC6646A75}">
      <dsp:nvSpPr>
        <dsp:cNvPr id="0" name=""/>
        <dsp:cNvSpPr/>
      </dsp:nvSpPr>
      <dsp:spPr>
        <a:xfrm>
          <a:off x="8422451" y="2175669"/>
          <a:ext cx="32581" cy="1740535"/>
        </a:xfrm>
        <a:prstGeom prst="rect">
          <a:avLst/>
        </a:prstGeom>
        <a:solidFill>
          <a:schemeClr val="accent4">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1F5A20-693C-F945-9D2F-8DABA2013CD8}">
      <dsp:nvSpPr>
        <dsp:cNvPr id="0" name=""/>
        <dsp:cNvSpPr/>
      </dsp:nvSpPr>
      <dsp:spPr>
        <a:xfrm>
          <a:off x="7185914" y="2090956"/>
          <a:ext cx="169425" cy="169425"/>
        </a:xfrm>
        <a:prstGeom prst="ellipse">
          <a:avLst/>
        </a:prstGeom>
        <a:solidFill>
          <a:schemeClr val="accent4">
            <a:hueOff val="8400764"/>
            <a:satOff val="-34952"/>
            <a:lumOff val="8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F1E487-A092-1044-B401-F9693894762F}">
      <dsp:nvSpPr>
        <dsp:cNvPr id="0" name=""/>
        <dsp:cNvSpPr/>
      </dsp:nvSpPr>
      <dsp:spPr>
        <a:xfrm>
          <a:off x="8354029" y="2090956"/>
          <a:ext cx="169425" cy="169425"/>
        </a:xfrm>
        <a:prstGeom prst="ellipse">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3494B-A927-414C-8CE3-50E037D64ADB}">
      <dsp:nvSpPr>
        <dsp:cNvPr id="0" name=""/>
        <dsp:cNvSpPr/>
      </dsp:nvSpPr>
      <dsp:spPr>
        <a:xfrm>
          <a:off x="51" y="16576"/>
          <a:ext cx="4913783" cy="1952691"/>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4048" tIns="219456" rIns="384048" bIns="219456" numCol="1" spcCol="1270" anchor="ctr" anchorCtr="0">
          <a:noAutofit/>
        </a:bodyPr>
        <a:lstStyle/>
        <a:p>
          <a:pPr marL="0" lvl="0" indent="0" algn="ctr" defTabSz="2400300">
            <a:lnSpc>
              <a:spcPct val="90000"/>
            </a:lnSpc>
            <a:spcBef>
              <a:spcPct val="0"/>
            </a:spcBef>
            <a:spcAft>
              <a:spcPct val="35000"/>
            </a:spcAft>
            <a:buNone/>
          </a:pPr>
          <a:r>
            <a:rPr lang="en-US" sz="5400" kern="1200" dirty="0"/>
            <a:t>Qualitative Analysis</a:t>
          </a:r>
        </a:p>
      </dsp:txBody>
      <dsp:txXfrm>
        <a:off x="51" y="16576"/>
        <a:ext cx="4913783" cy="1952691"/>
      </dsp:txXfrm>
    </dsp:sp>
    <dsp:sp modelId="{14D95E50-D6E0-EE4C-869C-A7B71F40950C}">
      <dsp:nvSpPr>
        <dsp:cNvPr id="0" name=""/>
        <dsp:cNvSpPr/>
      </dsp:nvSpPr>
      <dsp:spPr>
        <a:xfrm>
          <a:off x="51" y="1969267"/>
          <a:ext cx="4913783" cy="2371680"/>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a:lnSpc>
              <a:spcPct val="100000"/>
            </a:lnSpc>
            <a:spcBef>
              <a:spcPct val="0"/>
            </a:spcBef>
            <a:spcAft>
              <a:spcPct val="15000"/>
            </a:spcAft>
            <a:buFont typeface="Arial" panose="020B0604020202020204" pitchFamily="34" charset="0"/>
            <a:buChar char="•"/>
          </a:pPr>
          <a:r>
            <a:rPr lang="en-US" sz="3200" kern="1200" dirty="0"/>
            <a:t>What is qualitative data?</a:t>
          </a:r>
        </a:p>
        <a:p>
          <a:pPr marL="285750" lvl="1" indent="-285750" algn="l" defTabSz="1422400">
            <a:lnSpc>
              <a:spcPct val="100000"/>
            </a:lnSpc>
            <a:spcBef>
              <a:spcPct val="0"/>
            </a:spcBef>
            <a:spcAft>
              <a:spcPct val="15000"/>
            </a:spcAft>
            <a:buFont typeface="Arial" panose="020B0604020202020204" pitchFamily="34" charset="0"/>
            <a:buChar char="•"/>
          </a:pPr>
          <a:r>
            <a:rPr lang="en-US" sz="3200" kern="1200" dirty="0"/>
            <a:t>How do we </a:t>
          </a:r>
          <a:r>
            <a:rPr lang="en-US" sz="3200" kern="1200" dirty="0" err="1"/>
            <a:t>analyse</a:t>
          </a:r>
          <a:r>
            <a:rPr lang="en-US" sz="3200" kern="1200" dirty="0"/>
            <a:t> qualitative data?</a:t>
          </a:r>
        </a:p>
      </dsp:txBody>
      <dsp:txXfrm>
        <a:off x="51" y="1969267"/>
        <a:ext cx="4913783" cy="2371680"/>
      </dsp:txXfrm>
    </dsp:sp>
    <dsp:sp modelId="{790834C9-F935-F540-A1A3-5D489FFE3694}">
      <dsp:nvSpPr>
        <dsp:cNvPr id="0" name=""/>
        <dsp:cNvSpPr/>
      </dsp:nvSpPr>
      <dsp:spPr>
        <a:xfrm>
          <a:off x="5601764" y="16576"/>
          <a:ext cx="4913783" cy="1952691"/>
        </a:xfrm>
        <a:prstGeom prst="rect">
          <a:avLst/>
        </a:prstGeom>
        <a:solidFill>
          <a:srgbClr val="C00000"/>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4048" tIns="219456" rIns="384048" bIns="219456" numCol="1" spcCol="1270" anchor="ctr" anchorCtr="0">
          <a:noAutofit/>
        </a:bodyPr>
        <a:lstStyle/>
        <a:p>
          <a:pPr marL="0" lvl="0" indent="0" algn="ctr" defTabSz="2400300">
            <a:lnSpc>
              <a:spcPct val="90000"/>
            </a:lnSpc>
            <a:spcBef>
              <a:spcPct val="0"/>
            </a:spcBef>
            <a:spcAft>
              <a:spcPct val="35000"/>
            </a:spcAft>
            <a:buNone/>
          </a:pPr>
          <a:r>
            <a:rPr lang="en-US" sz="5400" kern="1200" dirty="0"/>
            <a:t>Quantitative Analysis</a:t>
          </a:r>
        </a:p>
      </dsp:txBody>
      <dsp:txXfrm>
        <a:off x="5601764" y="16576"/>
        <a:ext cx="4913783" cy="1952691"/>
      </dsp:txXfrm>
    </dsp:sp>
    <dsp:sp modelId="{571E2357-4231-544E-8702-05F090B4E558}">
      <dsp:nvSpPr>
        <dsp:cNvPr id="0" name=""/>
        <dsp:cNvSpPr/>
      </dsp:nvSpPr>
      <dsp:spPr>
        <a:xfrm>
          <a:off x="5601764" y="1969267"/>
          <a:ext cx="4913783" cy="2371680"/>
        </a:xfrm>
        <a:prstGeom prst="rect">
          <a:avLst/>
        </a:prstGeom>
        <a:solidFill>
          <a:srgbClr val="FFE0E1">
            <a:alpha val="89804"/>
          </a:srgb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a:lnSpc>
              <a:spcPct val="90000"/>
            </a:lnSpc>
            <a:spcBef>
              <a:spcPct val="0"/>
            </a:spcBef>
            <a:spcAft>
              <a:spcPct val="15000"/>
            </a:spcAft>
            <a:buChar char="•"/>
          </a:pPr>
          <a:r>
            <a:rPr lang="en-US" sz="3200" kern="1200" dirty="0"/>
            <a:t>What is quantitative data?</a:t>
          </a:r>
        </a:p>
        <a:p>
          <a:pPr marL="285750" lvl="1" indent="-285750" algn="l" defTabSz="1422400">
            <a:lnSpc>
              <a:spcPct val="90000"/>
            </a:lnSpc>
            <a:spcBef>
              <a:spcPct val="0"/>
            </a:spcBef>
            <a:spcAft>
              <a:spcPct val="15000"/>
            </a:spcAft>
            <a:buChar char="•"/>
          </a:pPr>
          <a:r>
            <a:rPr lang="en-US" sz="3200" kern="1200" dirty="0"/>
            <a:t>Snippet examining quantitative data</a:t>
          </a:r>
        </a:p>
      </dsp:txBody>
      <dsp:txXfrm>
        <a:off x="5601764" y="1969267"/>
        <a:ext cx="4913783" cy="2371680"/>
      </dsp:txXfrm>
    </dsp:sp>
  </dsp:spTree>
</dsp:drawing>
</file>

<file path=ppt/diagrams/layout1.xml><?xml version="1.0" encoding="utf-8"?>
<dgm:layoutDef xmlns:dgm="http://schemas.openxmlformats.org/drawingml/2006/diagram" xmlns:a="http://schemas.openxmlformats.org/drawingml/2006/main" uniqueId="urn:microsoft.com/office/officeart/2024/layout/BulletTimeline">
  <dgm:title val=""/>
  <dgm:desc val=""/>
  <dgm:catLst>
    <dgm:cat type="process" pri="7450"/>
    <dgm:cat type="timeline" pri="100"/>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lnNode1">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lnNode1">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8B8F9E-AB86-4D19-A727-63B235F86704}" type="datetimeFigureOut">
              <a:rPr lang="en-AU" smtClean="0"/>
              <a:t>21/9/2026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F142B9-13AB-4531-91F9-CCA7030CE1F2}" type="slidenum">
              <a:rPr lang="en-AU" smtClean="0"/>
              <a:t>‹#›</a:t>
            </a:fld>
            <a:endParaRPr lang="en-AU"/>
          </a:p>
        </p:txBody>
      </p:sp>
    </p:spTree>
    <p:extLst>
      <p:ext uri="{BB962C8B-B14F-4D97-AF65-F5344CB8AC3E}">
        <p14:creationId xmlns:p14="http://schemas.microsoft.com/office/powerpoint/2010/main" val="2671016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F142B9-13AB-4531-91F9-CCA7030CE1F2}" type="slidenum">
              <a:rPr lang="en-AU" smtClean="0"/>
              <a:t>1</a:t>
            </a:fld>
            <a:endParaRPr lang="en-AU"/>
          </a:p>
        </p:txBody>
      </p:sp>
    </p:spTree>
    <p:extLst>
      <p:ext uri="{BB962C8B-B14F-4D97-AF65-F5344CB8AC3E}">
        <p14:creationId xmlns:p14="http://schemas.microsoft.com/office/powerpoint/2010/main" val="2531007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4C22E-88C7-CF81-5AA0-466B1E9A5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98336-7E58-2A38-BA47-DB63A7A641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253DF0-6D4D-BC6F-E5DD-5FDE821610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21B505-2527-6246-FBBE-02361E2486D1}"/>
              </a:ext>
            </a:extLst>
          </p:cNvPr>
          <p:cNvSpPr>
            <a:spLocks noGrp="1"/>
          </p:cNvSpPr>
          <p:nvPr>
            <p:ph type="sldNum" sz="quarter" idx="5"/>
          </p:nvPr>
        </p:nvSpPr>
        <p:spPr/>
        <p:txBody>
          <a:bodyPr/>
          <a:lstStyle/>
          <a:p>
            <a:fld id="{99F142B9-13AB-4531-91F9-CCA7030CE1F2}" type="slidenum">
              <a:rPr lang="en-AU" smtClean="0"/>
              <a:t>2</a:t>
            </a:fld>
            <a:endParaRPr lang="en-AU"/>
          </a:p>
        </p:txBody>
      </p:sp>
    </p:spTree>
    <p:extLst>
      <p:ext uri="{BB962C8B-B14F-4D97-AF65-F5344CB8AC3E}">
        <p14:creationId xmlns:p14="http://schemas.microsoft.com/office/powerpoint/2010/main" val="2554680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F142B9-13AB-4531-91F9-CCA7030CE1F2}" type="slidenum">
              <a:rPr lang="en-AU" smtClean="0"/>
              <a:t>3</a:t>
            </a:fld>
            <a:endParaRPr lang="en-AU"/>
          </a:p>
        </p:txBody>
      </p:sp>
    </p:spTree>
    <p:extLst>
      <p:ext uri="{BB962C8B-B14F-4D97-AF65-F5344CB8AC3E}">
        <p14:creationId xmlns:p14="http://schemas.microsoft.com/office/powerpoint/2010/main" val="2449678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716DE-397C-A25D-9B05-DE27F96B6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89027-826F-AAAF-2441-15918CD7E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1C275-C69C-07FF-7968-A2FAC4CA80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C92ED1-7D6F-1F6C-2705-0BAE56F60735}"/>
              </a:ext>
            </a:extLst>
          </p:cNvPr>
          <p:cNvSpPr>
            <a:spLocks noGrp="1"/>
          </p:cNvSpPr>
          <p:nvPr>
            <p:ph type="sldNum" sz="quarter" idx="5"/>
          </p:nvPr>
        </p:nvSpPr>
        <p:spPr/>
        <p:txBody>
          <a:bodyPr/>
          <a:lstStyle/>
          <a:p>
            <a:fld id="{99F142B9-13AB-4531-91F9-CCA7030CE1F2}" type="slidenum">
              <a:rPr lang="en-AU" smtClean="0"/>
              <a:t>4</a:t>
            </a:fld>
            <a:endParaRPr lang="en-AU"/>
          </a:p>
        </p:txBody>
      </p:sp>
    </p:spTree>
    <p:extLst>
      <p:ext uri="{BB962C8B-B14F-4D97-AF65-F5344CB8AC3E}">
        <p14:creationId xmlns:p14="http://schemas.microsoft.com/office/powerpoint/2010/main" val="3091532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F142B9-13AB-4531-91F9-CCA7030CE1F2}" type="slidenum">
              <a:rPr lang="en-AU" smtClean="0"/>
              <a:t>5</a:t>
            </a:fld>
            <a:endParaRPr lang="en-AU"/>
          </a:p>
        </p:txBody>
      </p:sp>
    </p:spTree>
    <p:extLst>
      <p:ext uri="{BB962C8B-B14F-4D97-AF65-F5344CB8AC3E}">
        <p14:creationId xmlns:p14="http://schemas.microsoft.com/office/powerpoint/2010/main" val="890992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F142B9-13AB-4531-91F9-CCA7030CE1F2}" type="slidenum">
              <a:rPr lang="en-AU" smtClean="0"/>
              <a:t>12</a:t>
            </a:fld>
            <a:endParaRPr lang="en-AU"/>
          </a:p>
        </p:txBody>
      </p:sp>
    </p:spTree>
    <p:extLst>
      <p:ext uri="{BB962C8B-B14F-4D97-AF65-F5344CB8AC3E}">
        <p14:creationId xmlns:p14="http://schemas.microsoft.com/office/powerpoint/2010/main" val="2366220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F142B9-13AB-4531-91F9-CCA7030CE1F2}" type="slidenum">
              <a:rPr lang="en-AU" smtClean="0"/>
              <a:t>14</a:t>
            </a:fld>
            <a:endParaRPr lang="en-AU"/>
          </a:p>
        </p:txBody>
      </p:sp>
    </p:spTree>
    <p:extLst>
      <p:ext uri="{BB962C8B-B14F-4D97-AF65-F5344CB8AC3E}">
        <p14:creationId xmlns:p14="http://schemas.microsoft.com/office/powerpoint/2010/main" val="1423169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F142B9-13AB-4531-91F9-CCA7030CE1F2}" type="slidenum">
              <a:rPr lang="en-AU" smtClean="0"/>
              <a:t>15</a:t>
            </a:fld>
            <a:endParaRPr lang="en-AU"/>
          </a:p>
        </p:txBody>
      </p:sp>
    </p:spTree>
    <p:extLst>
      <p:ext uri="{BB962C8B-B14F-4D97-AF65-F5344CB8AC3E}">
        <p14:creationId xmlns:p14="http://schemas.microsoft.com/office/powerpoint/2010/main" val="3481769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12B77-A34A-4EDF-A56A-382FACA23D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949D9-B8B5-B9BF-2205-EFCA36302F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AE742F-DFE4-8BAD-0ADD-E7B5069DB4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F25114-2E0E-F5CA-22DA-B5EF244CC20E}"/>
              </a:ext>
            </a:extLst>
          </p:cNvPr>
          <p:cNvSpPr>
            <a:spLocks noGrp="1"/>
          </p:cNvSpPr>
          <p:nvPr>
            <p:ph type="sldNum" sz="quarter" idx="5"/>
          </p:nvPr>
        </p:nvSpPr>
        <p:spPr/>
        <p:txBody>
          <a:bodyPr/>
          <a:lstStyle/>
          <a:p>
            <a:fld id="{99F142B9-13AB-4531-91F9-CCA7030CE1F2}" type="slidenum">
              <a:rPr lang="en-AU" smtClean="0"/>
              <a:t>18</a:t>
            </a:fld>
            <a:endParaRPr lang="en-AU"/>
          </a:p>
        </p:txBody>
      </p:sp>
    </p:spTree>
    <p:extLst>
      <p:ext uri="{BB962C8B-B14F-4D97-AF65-F5344CB8AC3E}">
        <p14:creationId xmlns:p14="http://schemas.microsoft.com/office/powerpoint/2010/main" val="15177024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F142B9-13AB-4531-91F9-CCA7030CE1F2}" type="slidenum">
              <a:rPr lang="en-AU" smtClean="0"/>
              <a:t>21</a:t>
            </a:fld>
            <a:endParaRPr lang="en-AU"/>
          </a:p>
        </p:txBody>
      </p:sp>
    </p:spTree>
    <p:extLst>
      <p:ext uri="{BB962C8B-B14F-4D97-AF65-F5344CB8AC3E}">
        <p14:creationId xmlns:p14="http://schemas.microsoft.com/office/powerpoint/2010/main" val="14012862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9F142B9-13AB-4531-91F9-CCA7030CE1F2}" type="slidenum">
              <a:rPr lang="en-AU" smtClean="0"/>
              <a:t>22</a:t>
            </a:fld>
            <a:endParaRPr lang="en-AU"/>
          </a:p>
        </p:txBody>
      </p:sp>
    </p:spTree>
    <p:extLst>
      <p:ext uri="{BB962C8B-B14F-4D97-AF65-F5344CB8AC3E}">
        <p14:creationId xmlns:p14="http://schemas.microsoft.com/office/powerpoint/2010/main" val="2359393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72B4-6B7A-8B45-1029-2A2635AF50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7956D01-577F-1A64-91AF-E29403B0E0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88BAE304-0414-B0DC-BDFA-927DC935DDCB}"/>
              </a:ext>
            </a:extLst>
          </p:cNvPr>
          <p:cNvSpPr>
            <a:spLocks noGrp="1"/>
          </p:cNvSpPr>
          <p:nvPr>
            <p:ph type="dt" sz="half" idx="10"/>
          </p:nvPr>
        </p:nvSpPr>
        <p:spPr/>
        <p:txBody>
          <a:bodyPr/>
          <a:lstStyle/>
          <a:p>
            <a:fld id="{E291D94E-0B2E-694D-B13D-F6BEF80DD843}" type="datetime1">
              <a:rPr lang="en-AU" smtClean="0"/>
              <a:t>21/9/2026</a:t>
            </a:fld>
            <a:endParaRPr lang="en-AU"/>
          </a:p>
        </p:txBody>
      </p:sp>
      <p:sp>
        <p:nvSpPr>
          <p:cNvPr id="5" name="Footer Placeholder 4">
            <a:extLst>
              <a:ext uri="{FF2B5EF4-FFF2-40B4-BE49-F238E27FC236}">
                <a16:creationId xmlns:a16="http://schemas.microsoft.com/office/drawing/2014/main" id="{54539671-1546-F3EA-081D-8CE2BFF78AE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D4ADA70-7188-5D82-CE6D-7E05CF527343}"/>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3837541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EDF89-B2A9-7873-05A4-FACB97BE24C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C866CD1-1F8A-919C-996E-3A94E51C23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B0F5A9F-6D0B-344F-BDF7-6B4A30E6D342}"/>
              </a:ext>
            </a:extLst>
          </p:cNvPr>
          <p:cNvSpPr>
            <a:spLocks noGrp="1"/>
          </p:cNvSpPr>
          <p:nvPr>
            <p:ph type="dt" sz="half" idx="10"/>
          </p:nvPr>
        </p:nvSpPr>
        <p:spPr/>
        <p:txBody>
          <a:bodyPr/>
          <a:lstStyle/>
          <a:p>
            <a:fld id="{4DCB56B6-809E-5841-A378-6569ED36A68F}" type="datetime1">
              <a:rPr lang="en-AU" smtClean="0"/>
              <a:t>21/9/2026</a:t>
            </a:fld>
            <a:endParaRPr lang="en-AU"/>
          </a:p>
        </p:txBody>
      </p:sp>
      <p:sp>
        <p:nvSpPr>
          <p:cNvPr id="5" name="Footer Placeholder 4">
            <a:extLst>
              <a:ext uri="{FF2B5EF4-FFF2-40B4-BE49-F238E27FC236}">
                <a16:creationId xmlns:a16="http://schemas.microsoft.com/office/drawing/2014/main" id="{E12AEDD7-EE29-551E-06ED-A12C3B9BDED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67E374B-920A-0A38-0FA3-5ED2A4A95B54}"/>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2625167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8BBC0-B55A-0368-CC08-D32386B794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1F7C092A-9A5B-D1EC-6620-A47E88B87E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78D18C-2136-48DF-83D8-CF8C9AE3FBA9}"/>
              </a:ext>
            </a:extLst>
          </p:cNvPr>
          <p:cNvSpPr>
            <a:spLocks noGrp="1"/>
          </p:cNvSpPr>
          <p:nvPr>
            <p:ph type="dt" sz="half" idx="10"/>
          </p:nvPr>
        </p:nvSpPr>
        <p:spPr/>
        <p:txBody>
          <a:bodyPr/>
          <a:lstStyle/>
          <a:p>
            <a:fld id="{19333786-598C-0041-B693-2FC4CC151B43}" type="datetime1">
              <a:rPr lang="en-AU" smtClean="0"/>
              <a:t>21/9/2026</a:t>
            </a:fld>
            <a:endParaRPr lang="en-AU"/>
          </a:p>
        </p:txBody>
      </p:sp>
      <p:sp>
        <p:nvSpPr>
          <p:cNvPr id="5" name="Footer Placeholder 4">
            <a:extLst>
              <a:ext uri="{FF2B5EF4-FFF2-40B4-BE49-F238E27FC236}">
                <a16:creationId xmlns:a16="http://schemas.microsoft.com/office/drawing/2014/main" id="{DE81243A-D9AF-3799-B339-75D9D5A40AB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5098E896-6783-694D-29BF-65362D8B56FC}"/>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2526046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03B37-F9A4-FF53-3821-36844010C0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77694EA-EE18-369A-488F-8E4E621EBF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0853D0D4-1656-E1D0-2862-CD81F9F4D1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4616FC4-05ED-BE17-1147-54EC37B50AF9}"/>
              </a:ext>
            </a:extLst>
          </p:cNvPr>
          <p:cNvSpPr>
            <a:spLocks noGrp="1"/>
          </p:cNvSpPr>
          <p:nvPr>
            <p:ph type="dt" sz="half" idx="10"/>
          </p:nvPr>
        </p:nvSpPr>
        <p:spPr/>
        <p:txBody>
          <a:bodyPr/>
          <a:lstStyle/>
          <a:p>
            <a:fld id="{9D42ABE6-A732-6F4A-9D50-1112DAB564BA}" type="datetime1">
              <a:rPr lang="en-AU" smtClean="0"/>
              <a:t>21/9/2026</a:t>
            </a:fld>
            <a:endParaRPr lang="en-AU"/>
          </a:p>
        </p:txBody>
      </p:sp>
      <p:sp>
        <p:nvSpPr>
          <p:cNvPr id="6" name="Footer Placeholder 5">
            <a:extLst>
              <a:ext uri="{FF2B5EF4-FFF2-40B4-BE49-F238E27FC236}">
                <a16:creationId xmlns:a16="http://schemas.microsoft.com/office/drawing/2014/main" id="{60D8D57E-4658-D3C4-7572-A47F4221D98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E89E725-9A9C-CEEC-6533-BDA8C81EFCE6}"/>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3987497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17487-02A1-2766-E653-71328E6FC495}"/>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B3908C3-3FA6-0137-631B-D38C481697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8F3028-F46D-2545-A2DE-B8CAEECE9D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8283181-326D-AC78-14BA-9DDE7F1DC8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BF613D-AD42-5186-62B1-9EC71C6C03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1575BE9-8954-2D69-15FC-A46419DC182A}"/>
              </a:ext>
            </a:extLst>
          </p:cNvPr>
          <p:cNvSpPr>
            <a:spLocks noGrp="1"/>
          </p:cNvSpPr>
          <p:nvPr>
            <p:ph type="dt" sz="half" idx="10"/>
          </p:nvPr>
        </p:nvSpPr>
        <p:spPr/>
        <p:txBody>
          <a:bodyPr/>
          <a:lstStyle/>
          <a:p>
            <a:fld id="{15E429CB-4194-FD4A-BD27-D80B7BF0E7DE}" type="datetime1">
              <a:rPr lang="en-AU" smtClean="0"/>
              <a:t>21/9/2026</a:t>
            </a:fld>
            <a:endParaRPr lang="en-AU"/>
          </a:p>
        </p:txBody>
      </p:sp>
      <p:sp>
        <p:nvSpPr>
          <p:cNvPr id="8" name="Footer Placeholder 7">
            <a:extLst>
              <a:ext uri="{FF2B5EF4-FFF2-40B4-BE49-F238E27FC236}">
                <a16:creationId xmlns:a16="http://schemas.microsoft.com/office/drawing/2014/main" id="{B3115AED-6799-6410-227D-0C399CDE551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D713F6E6-6FD3-1A9E-250B-62CE1530C7B5}"/>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772966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6BBDB-7477-7175-B62A-F9080F49BD76}"/>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FD4822E1-5922-CFEE-6C44-1410AFE399DA}"/>
              </a:ext>
            </a:extLst>
          </p:cNvPr>
          <p:cNvSpPr>
            <a:spLocks noGrp="1"/>
          </p:cNvSpPr>
          <p:nvPr>
            <p:ph type="dt" sz="half" idx="10"/>
          </p:nvPr>
        </p:nvSpPr>
        <p:spPr/>
        <p:txBody>
          <a:bodyPr/>
          <a:lstStyle/>
          <a:p>
            <a:fld id="{F30E4270-9D82-2643-B1CD-5C6FF0D55DEE}" type="datetime1">
              <a:rPr lang="en-AU" smtClean="0"/>
              <a:t>21/9/2026</a:t>
            </a:fld>
            <a:endParaRPr lang="en-AU"/>
          </a:p>
        </p:txBody>
      </p:sp>
      <p:sp>
        <p:nvSpPr>
          <p:cNvPr id="4" name="Footer Placeholder 3">
            <a:extLst>
              <a:ext uri="{FF2B5EF4-FFF2-40B4-BE49-F238E27FC236}">
                <a16:creationId xmlns:a16="http://schemas.microsoft.com/office/drawing/2014/main" id="{B04C26EF-F278-D899-DD93-141A402FB41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BFEB187-FD38-451C-39A8-BB0AF8B516D6}"/>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3428713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C40941-4417-CF59-2492-B7B3434109D5}"/>
              </a:ext>
            </a:extLst>
          </p:cNvPr>
          <p:cNvSpPr>
            <a:spLocks noGrp="1"/>
          </p:cNvSpPr>
          <p:nvPr>
            <p:ph type="dt" sz="half" idx="10"/>
          </p:nvPr>
        </p:nvSpPr>
        <p:spPr/>
        <p:txBody>
          <a:bodyPr/>
          <a:lstStyle/>
          <a:p>
            <a:fld id="{6C1727DC-1C20-9F47-A9A7-E7EA91555823}" type="datetime1">
              <a:rPr lang="en-AU" smtClean="0"/>
              <a:t>21/9/2026</a:t>
            </a:fld>
            <a:endParaRPr lang="en-AU"/>
          </a:p>
        </p:txBody>
      </p:sp>
      <p:sp>
        <p:nvSpPr>
          <p:cNvPr id="3" name="Footer Placeholder 2">
            <a:extLst>
              <a:ext uri="{FF2B5EF4-FFF2-40B4-BE49-F238E27FC236}">
                <a16:creationId xmlns:a16="http://schemas.microsoft.com/office/drawing/2014/main" id="{0E553797-758A-AD4A-E139-02DA62651C3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526B282-07A6-8F1B-AE9F-1B96A9E0BD8F}"/>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763705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76FC4-251F-FD21-2B9A-59A4CA262B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08E1002-0A2B-0D3B-C07F-2ECB70C443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2C4BE29-DC84-0044-D992-82339FAB78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4FAE54-EC05-F874-18D1-603BB11B7DC8}"/>
              </a:ext>
            </a:extLst>
          </p:cNvPr>
          <p:cNvSpPr>
            <a:spLocks noGrp="1"/>
          </p:cNvSpPr>
          <p:nvPr>
            <p:ph type="dt" sz="half" idx="10"/>
          </p:nvPr>
        </p:nvSpPr>
        <p:spPr/>
        <p:txBody>
          <a:bodyPr/>
          <a:lstStyle/>
          <a:p>
            <a:fld id="{09E7213B-4860-7E4D-A21C-44A0B677A0FF}" type="datetime1">
              <a:rPr lang="en-AU" smtClean="0"/>
              <a:t>21/9/2026</a:t>
            </a:fld>
            <a:endParaRPr lang="en-AU"/>
          </a:p>
        </p:txBody>
      </p:sp>
      <p:sp>
        <p:nvSpPr>
          <p:cNvPr id="6" name="Footer Placeholder 5">
            <a:extLst>
              <a:ext uri="{FF2B5EF4-FFF2-40B4-BE49-F238E27FC236}">
                <a16:creationId xmlns:a16="http://schemas.microsoft.com/office/drawing/2014/main" id="{F416EF2A-89E2-EC59-E2E3-814D1C99A70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08EB2C1-4406-99C0-630F-2302B8CC3435}"/>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1254945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1D471-DC15-570C-66EF-E9AAE0405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F96DCB07-12D9-3D20-F848-57E61A74E3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E6EF735-DBFE-C0B4-C044-81D85A515C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ED1A05-6755-0D45-276F-A3FD855F83D4}"/>
              </a:ext>
            </a:extLst>
          </p:cNvPr>
          <p:cNvSpPr>
            <a:spLocks noGrp="1"/>
          </p:cNvSpPr>
          <p:nvPr>
            <p:ph type="dt" sz="half" idx="10"/>
          </p:nvPr>
        </p:nvSpPr>
        <p:spPr/>
        <p:txBody>
          <a:bodyPr/>
          <a:lstStyle/>
          <a:p>
            <a:fld id="{BF4A54D0-B710-5144-BF46-D3765457FF67}" type="datetime1">
              <a:rPr lang="en-AU" smtClean="0"/>
              <a:t>21/9/2026</a:t>
            </a:fld>
            <a:endParaRPr lang="en-AU"/>
          </a:p>
        </p:txBody>
      </p:sp>
      <p:sp>
        <p:nvSpPr>
          <p:cNvPr id="6" name="Footer Placeholder 5">
            <a:extLst>
              <a:ext uri="{FF2B5EF4-FFF2-40B4-BE49-F238E27FC236}">
                <a16:creationId xmlns:a16="http://schemas.microsoft.com/office/drawing/2014/main" id="{FCD7EA37-E212-88E8-2568-DD529896F2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AA162DD-7928-0B74-FFF7-A3324C57CF35}"/>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260177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2D9A-EA01-DA32-95A7-8BB0E91676B9}"/>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097A6E7-A69A-99C9-D7B6-0350A61AB8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89499AD-76EF-D3C8-6CF8-812FF9F2D20B}"/>
              </a:ext>
            </a:extLst>
          </p:cNvPr>
          <p:cNvSpPr>
            <a:spLocks noGrp="1"/>
          </p:cNvSpPr>
          <p:nvPr>
            <p:ph type="dt" sz="half" idx="10"/>
          </p:nvPr>
        </p:nvSpPr>
        <p:spPr/>
        <p:txBody>
          <a:bodyPr/>
          <a:lstStyle/>
          <a:p>
            <a:fld id="{73FB23FC-8634-6649-8217-E1702726168C}" type="datetime1">
              <a:rPr lang="en-AU" smtClean="0"/>
              <a:t>21/9/2026</a:t>
            </a:fld>
            <a:endParaRPr lang="en-AU"/>
          </a:p>
        </p:txBody>
      </p:sp>
      <p:sp>
        <p:nvSpPr>
          <p:cNvPr id="5" name="Footer Placeholder 4">
            <a:extLst>
              <a:ext uri="{FF2B5EF4-FFF2-40B4-BE49-F238E27FC236}">
                <a16:creationId xmlns:a16="http://schemas.microsoft.com/office/drawing/2014/main" id="{F79E38EA-75AA-EF52-C415-A66D6FBE852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CFE8565-153B-22EB-3727-58C60AAA6436}"/>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3836381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B8904B-3573-E267-2B61-4278D08E3C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32CB8FC-2440-1A76-994B-DBF29AD843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F060A3-9528-832B-7EF3-900A75A91B91}"/>
              </a:ext>
            </a:extLst>
          </p:cNvPr>
          <p:cNvSpPr>
            <a:spLocks noGrp="1"/>
          </p:cNvSpPr>
          <p:nvPr>
            <p:ph type="dt" sz="half" idx="10"/>
          </p:nvPr>
        </p:nvSpPr>
        <p:spPr/>
        <p:txBody>
          <a:bodyPr/>
          <a:lstStyle/>
          <a:p>
            <a:fld id="{5C964297-9C3C-E94F-BC70-2336D7114DC9}" type="datetime1">
              <a:rPr lang="en-AU" smtClean="0"/>
              <a:t>21/9/2026</a:t>
            </a:fld>
            <a:endParaRPr lang="en-AU"/>
          </a:p>
        </p:txBody>
      </p:sp>
      <p:sp>
        <p:nvSpPr>
          <p:cNvPr id="5" name="Footer Placeholder 4">
            <a:extLst>
              <a:ext uri="{FF2B5EF4-FFF2-40B4-BE49-F238E27FC236}">
                <a16:creationId xmlns:a16="http://schemas.microsoft.com/office/drawing/2014/main" id="{F8632018-4F44-06C4-D73F-25BD1FD9485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575EB1E-BFA2-5A0A-47A4-AFF6112EDE46}"/>
              </a:ext>
            </a:extLst>
          </p:cNvPr>
          <p:cNvSpPr>
            <a:spLocks noGrp="1"/>
          </p:cNvSpPr>
          <p:nvPr>
            <p:ph type="sldNum" sz="quarter" idx="12"/>
          </p:nvPr>
        </p:nvSpPr>
        <p:spPr/>
        <p:txBody>
          <a:bodyPr/>
          <a:lstStyle/>
          <a:p>
            <a:fld id="{D4CAF7D6-E98F-4CB1-96BA-0FE1CB050375}" type="slidenum">
              <a:rPr lang="en-AU" smtClean="0"/>
              <a:t>‹#›</a:t>
            </a:fld>
            <a:endParaRPr lang="en-AU"/>
          </a:p>
        </p:txBody>
      </p:sp>
    </p:spTree>
    <p:extLst>
      <p:ext uri="{BB962C8B-B14F-4D97-AF65-F5344CB8AC3E}">
        <p14:creationId xmlns:p14="http://schemas.microsoft.com/office/powerpoint/2010/main" val="4102959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07F4FE-C56B-3752-7763-F16E7ED47AB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7F0450D-22D6-5F5C-E55C-BFA8F9C28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F3FE2E8-4E84-9D17-C0E5-EB0367CBAC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1E29FD-8629-144A-936F-D28EAA2067EA}" type="datetime1">
              <a:rPr lang="en-AU" smtClean="0"/>
              <a:t>21/9/2026</a:t>
            </a:fld>
            <a:endParaRPr lang="en-AU"/>
          </a:p>
        </p:txBody>
      </p:sp>
      <p:sp>
        <p:nvSpPr>
          <p:cNvPr id="5" name="Footer Placeholder 4">
            <a:extLst>
              <a:ext uri="{FF2B5EF4-FFF2-40B4-BE49-F238E27FC236}">
                <a16:creationId xmlns:a16="http://schemas.microsoft.com/office/drawing/2014/main" id="{F6A3F1B0-97C3-A71F-5FCB-E9A9B0E686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37A12EE-5974-38EF-25E6-2A6814803F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CAF7D6-E98F-4CB1-96BA-0FE1CB050375}" type="slidenum">
              <a:rPr lang="en-AU" smtClean="0"/>
              <a:t>‹#›</a:t>
            </a:fld>
            <a:endParaRPr lang="en-AU"/>
          </a:p>
        </p:txBody>
      </p:sp>
    </p:spTree>
    <p:extLst>
      <p:ext uri="{BB962C8B-B14F-4D97-AF65-F5344CB8AC3E}">
        <p14:creationId xmlns:p14="http://schemas.microsoft.com/office/powerpoint/2010/main" val="3311087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Calculator, pen, compass, money and a paper with graphs printed on it">
            <a:extLst>
              <a:ext uri="{FF2B5EF4-FFF2-40B4-BE49-F238E27FC236}">
                <a16:creationId xmlns:a16="http://schemas.microsoft.com/office/drawing/2014/main" id="{27816B10-0A3D-994A-BB86-FBED2389CBA5}"/>
              </a:ext>
            </a:extLst>
          </p:cNvPr>
          <p:cNvPicPr>
            <a:picLocks noChangeAspect="1"/>
          </p:cNvPicPr>
          <p:nvPr/>
        </p:nvPicPr>
        <p:blipFill>
          <a:blip r:embed="rId3">
            <a:extLst>
              <a:ext uri="{28A0092B-C50C-407E-A947-70E740481C1C}">
                <a14:useLocalDpi xmlns:a14="http://schemas.microsoft.com/office/drawing/2010/main" val="0"/>
              </a:ext>
            </a:extLst>
          </a:blip>
          <a:srcRect l="2429" r="26729" b="6978"/>
          <a:stretch>
            <a:fillRect/>
          </a:stretch>
        </p:blipFill>
        <p:spPr>
          <a:xfrm>
            <a:off x="3523488" y="10"/>
            <a:ext cx="8668512" cy="6857990"/>
          </a:xfrm>
          <a:prstGeom prst="rect">
            <a:avLst/>
          </a:prstGeom>
        </p:spPr>
      </p:pic>
      <p:sp>
        <p:nvSpPr>
          <p:cNvPr id="32" name="Rectangle 3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961714-E604-BE0E-333D-AD3B305B0738}"/>
              </a:ext>
            </a:extLst>
          </p:cNvPr>
          <p:cNvSpPr>
            <a:spLocks noGrp="1"/>
          </p:cNvSpPr>
          <p:nvPr>
            <p:ph type="ctrTitle"/>
          </p:nvPr>
        </p:nvSpPr>
        <p:spPr>
          <a:xfrm>
            <a:off x="477980" y="1122363"/>
            <a:ext cx="4716871" cy="3204134"/>
          </a:xfrm>
        </p:spPr>
        <p:txBody>
          <a:bodyPr anchor="b">
            <a:normAutofit/>
          </a:bodyPr>
          <a:lstStyle/>
          <a:p>
            <a:pPr algn="l"/>
            <a:r>
              <a:rPr lang="en-AU" sz="5400" dirty="0"/>
              <a:t>ISYS90118: Data Analysis</a:t>
            </a:r>
          </a:p>
        </p:txBody>
      </p:sp>
      <p:sp>
        <p:nvSpPr>
          <p:cNvPr id="3" name="Subtitle 2">
            <a:extLst>
              <a:ext uri="{FF2B5EF4-FFF2-40B4-BE49-F238E27FC236}">
                <a16:creationId xmlns:a16="http://schemas.microsoft.com/office/drawing/2014/main" id="{F77D2688-07BA-75C9-BE48-3DD91F9CA8E7}"/>
              </a:ext>
            </a:extLst>
          </p:cNvPr>
          <p:cNvSpPr>
            <a:spLocks noGrp="1"/>
          </p:cNvSpPr>
          <p:nvPr>
            <p:ph type="subTitle" idx="1"/>
          </p:nvPr>
        </p:nvSpPr>
        <p:spPr>
          <a:xfrm>
            <a:off x="477980" y="4872922"/>
            <a:ext cx="4023359" cy="1208141"/>
          </a:xfrm>
        </p:spPr>
        <p:txBody>
          <a:bodyPr>
            <a:normAutofit/>
          </a:bodyPr>
          <a:lstStyle/>
          <a:p>
            <a:pPr algn="l"/>
            <a:r>
              <a:rPr lang="en-AU" sz="2000" dirty="0"/>
              <a:t>Rashika Bahl </a:t>
            </a:r>
          </a:p>
        </p:txBody>
      </p:sp>
      <p:sp>
        <p:nvSpPr>
          <p:cNvPr id="34" name="Rectangle 3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0831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5B9BB-9B91-E906-ABAF-99AD906BA3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EC6E9-BC78-0829-B508-CFCE2912E84C}"/>
              </a:ext>
            </a:extLst>
          </p:cNvPr>
          <p:cNvSpPr>
            <a:spLocks noGrp="1"/>
          </p:cNvSpPr>
          <p:nvPr>
            <p:ph type="title"/>
          </p:nvPr>
        </p:nvSpPr>
        <p:spPr>
          <a:xfrm>
            <a:off x="572493" y="238539"/>
            <a:ext cx="11018520" cy="1434415"/>
          </a:xfrm>
        </p:spPr>
        <p:txBody>
          <a:bodyPr anchor="b">
            <a:normAutofit/>
          </a:bodyPr>
          <a:lstStyle/>
          <a:p>
            <a:r>
              <a:rPr lang="en-AU" sz="5400" b="1" dirty="0"/>
              <a:t>Timeline for Research (Academia)</a:t>
            </a:r>
          </a:p>
        </p:txBody>
      </p:sp>
      <p:sp>
        <p:nvSpPr>
          <p:cNvPr id="4" name="Date Placeholder 3">
            <a:extLst>
              <a:ext uri="{FF2B5EF4-FFF2-40B4-BE49-F238E27FC236}">
                <a16:creationId xmlns:a16="http://schemas.microsoft.com/office/drawing/2014/main" id="{BEFCC397-D130-22D3-1BA8-2F33CDD77E44}"/>
              </a:ext>
            </a:extLst>
          </p:cNvPr>
          <p:cNvSpPr>
            <a:spLocks noGrp="1"/>
          </p:cNvSpPr>
          <p:nvPr>
            <p:ph type="dt" sz="half" idx="10"/>
          </p:nvPr>
        </p:nvSpPr>
        <p:spPr>
          <a:xfrm>
            <a:off x="838200" y="6356350"/>
            <a:ext cx="2743200" cy="365125"/>
          </a:xfrm>
        </p:spPr>
        <p:txBody>
          <a:bodyPr>
            <a:normAutofit/>
          </a:bodyPr>
          <a:lstStyle/>
          <a:p>
            <a:pPr>
              <a:spcAft>
                <a:spcPts val="600"/>
              </a:spcAft>
            </a:pPr>
            <a:fld id="{44A17A52-A5DD-FB4D-8C5C-DF1B5D04D925}" type="datetime1">
              <a:rPr lang="en-AU" smtClean="0"/>
              <a:pPr>
                <a:spcAft>
                  <a:spcPts val="600"/>
                </a:spcAft>
              </a:pPr>
              <a:t>21/9/2026</a:t>
            </a:fld>
            <a:endParaRPr lang="en-AU"/>
          </a:p>
        </p:txBody>
      </p:sp>
      <p:sp>
        <p:nvSpPr>
          <p:cNvPr id="5" name="Slide Number Placeholder 4">
            <a:extLst>
              <a:ext uri="{FF2B5EF4-FFF2-40B4-BE49-F238E27FC236}">
                <a16:creationId xmlns:a16="http://schemas.microsoft.com/office/drawing/2014/main" id="{AE489D1F-B918-87C1-8CA5-2AF7F6843CB9}"/>
              </a:ext>
            </a:extLst>
          </p:cNvPr>
          <p:cNvSpPr>
            <a:spLocks noGrp="1"/>
          </p:cNvSpPr>
          <p:nvPr>
            <p:ph type="sldNum" sz="quarter" idx="12"/>
          </p:nvPr>
        </p:nvSpPr>
        <p:spPr>
          <a:xfrm>
            <a:off x="8610600" y="6356350"/>
            <a:ext cx="2743200" cy="365125"/>
          </a:xfrm>
        </p:spPr>
        <p:txBody>
          <a:bodyPr>
            <a:normAutofit/>
          </a:bodyPr>
          <a:lstStyle/>
          <a:p>
            <a:pPr>
              <a:spcAft>
                <a:spcPts val="600"/>
              </a:spcAft>
            </a:pPr>
            <a:fld id="{D4CAF7D6-E98F-4CB1-96BA-0FE1CB050375}" type="slidenum">
              <a:rPr lang="en-AU" smtClean="0"/>
              <a:pPr>
                <a:spcAft>
                  <a:spcPts val="600"/>
                </a:spcAft>
              </a:pPr>
              <a:t>2</a:t>
            </a:fld>
            <a:endParaRPr lang="en-AU"/>
          </a:p>
        </p:txBody>
      </p:sp>
      <p:graphicFrame>
        <p:nvGraphicFramePr>
          <p:cNvPr id="9" name="Content Placeholder 8">
            <a:extLst>
              <a:ext uri="{FF2B5EF4-FFF2-40B4-BE49-F238E27FC236}">
                <a16:creationId xmlns:a16="http://schemas.microsoft.com/office/drawing/2014/main" id="{769785AE-8B7A-E082-5B7E-007D64CCDAF6}"/>
              </a:ext>
            </a:extLst>
          </p:cNvPr>
          <p:cNvGraphicFramePr>
            <a:graphicFrameLocks noGrp="1"/>
          </p:cNvGraphicFramePr>
          <p:nvPr>
            <p:ph idx="1"/>
            <p:extLst>
              <p:ext uri="{D42A27DB-BD31-4B8C-83A1-F6EECF244321}">
                <p14:modId xmlns:p14="http://schemas.microsoft.com/office/powerpoint/2010/main" val="877832245"/>
              </p:ext>
            </p:extLst>
          </p:nvPr>
        </p:nvGraphicFramePr>
        <p:xfrm>
          <a:off x="838200" y="1905137"/>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3EEE35FC-CFBF-F182-A7B2-67632C2E019A}"/>
              </a:ext>
            </a:extLst>
          </p:cNvPr>
          <p:cNvSpPr txBox="1"/>
          <p:nvPr/>
        </p:nvSpPr>
        <p:spPr>
          <a:xfrm>
            <a:off x="8153400" y="2374900"/>
            <a:ext cx="1739900" cy="519351"/>
          </a:xfrm>
          <a:prstGeom prst="ellipse">
            <a:avLst/>
          </a:prstGeom>
          <a:noFill/>
          <a:ln w="57150">
            <a:solidFill>
              <a:schemeClr val="accent6">
                <a:lumMod val="50000"/>
              </a:schemeClr>
            </a:solidFill>
          </a:ln>
        </p:spPr>
        <p:txBody>
          <a:bodyPr wrap="square" rtlCol="0">
            <a:spAutoFit/>
          </a:bodyPr>
          <a:lstStyle/>
          <a:p>
            <a:endParaRPr lang="en-US" dirty="0"/>
          </a:p>
        </p:txBody>
      </p:sp>
    </p:spTree>
    <p:extLst>
      <p:ext uri="{BB962C8B-B14F-4D97-AF65-F5344CB8AC3E}">
        <p14:creationId xmlns:p14="http://schemas.microsoft.com/office/powerpoint/2010/main" val="3815200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990185-D8C1-3A0B-FE4C-8B9A2938A95E}"/>
              </a:ext>
            </a:extLst>
          </p:cNvPr>
          <p:cNvSpPr>
            <a:spLocks noGrp="1"/>
          </p:cNvSpPr>
          <p:nvPr>
            <p:ph type="title"/>
          </p:nvPr>
        </p:nvSpPr>
        <p:spPr>
          <a:xfrm>
            <a:off x="841248" y="256032"/>
            <a:ext cx="10506456" cy="1014984"/>
          </a:xfrm>
        </p:spPr>
        <p:txBody>
          <a:bodyPr anchor="b">
            <a:normAutofit/>
          </a:bodyPr>
          <a:lstStyle/>
          <a:p>
            <a:r>
              <a:rPr lang="en-AU" sz="3700" b="1"/>
              <a:t>Skills for IS Research and Development: Today’s Lecture</a:t>
            </a:r>
          </a:p>
        </p:txBody>
      </p:sp>
      <p:sp>
        <p:nvSpPr>
          <p:cNvPr id="51" name="Rectangle 5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3" name="Rectangle 5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Date Placeholder 2">
            <a:extLst>
              <a:ext uri="{FF2B5EF4-FFF2-40B4-BE49-F238E27FC236}">
                <a16:creationId xmlns:a16="http://schemas.microsoft.com/office/drawing/2014/main" id="{ACC6D934-41B2-5A50-CDC0-6A4196ABF063}"/>
              </a:ext>
            </a:extLst>
          </p:cNvPr>
          <p:cNvSpPr>
            <a:spLocks noGrp="1"/>
          </p:cNvSpPr>
          <p:nvPr>
            <p:ph type="dt" sz="half" idx="10"/>
          </p:nvPr>
        </p:nvSpPr>
        <p:spPr>
          <a:xfrm>
            <a:off x="841248" y="6356350"/>
            <a:ext cx="2577503" cy="365125"/>
          </a:xfrm>
        </p:spPr>
        <p:txBody>
          <a:bodyPr>
            <a:normAutofit/>
          </a:bodyPr>
          <a:lstStyle/>
          <a:p>
            <a:pPr>
              <a:spcAft>
                <a:spcPts val="600"/>
              </a:spcAft>
            </a:pPr>
            <a:fld id="{7F2F1710-0BD3-A440-9F1E-6927BE52DF50}" type="datetime1">
              <a:rPr lang="en-AU">
                <a:solidFill>
                  <a:schemeClr val="tx1">
                    <a:lumMod val="50000"/>
                    <a:lumOff val="50000"/>
                  </a:schemeClr>
                </a:solidFill>
              </a:rPr>
              <a:pPr>
                <a:spcAft>
                  <a:spcPts val="600"/>
                </a:spcAft>
              </a:pPr>
              <a:t>21/9/2026</a:t>
            </a:fld>
            <a:endParaRPr lang="en-AU">
              <a:solidFill>
                <a:schemeClr val="tx1">
                  <a:lumMod val="50000"/>
                  <a:lumOff val="50000"/>
                </a:schemeClr>
              </a:solidFill>
            </a:endParaRPr>
          </a:p>
        </p:txBody>
      </p:sp>
      <p:sp>
        <p:nvSpPr>
          <p:cNvPr id="4" name="Slide Number Placeholder 3">
            <a:extLst>
              <a:ext uri="{FF2B5EF4-FFF2-40B4-BE49-F238E27FC236}">
                <a16:creationId xmlns:a16="http://schemas.microsoft.com/office/drawing/2014/main" id="{09BAA146-FB67-313C-7EEA-9A7167145216}"/>
              </a:ext>
            </a:extLst>
          </p:cNvPr>
          <p:cNvSpPr>
            <a:spLocks noGrp="1"/>
          </p:cNvSpPr>
          <p:nvPr>
            <p:ph type="sldNum" sz="quarter" idx="12"/>
          </p:nvPr>
        </p:nvSpPr>
        <p:spPr>
          <a:xfrm>
            <a:off x="8873254" y="6356350"/>
            <a:ext cx="2477498" cy="365125"/>
          </a:xfrm>
        </p:spPr>
        <p:txBody>
          <a:bodyPr>
            <a:normAutofit/>
          </a:bodyPr>
          <a:lstStyle/>
          <a:p>
            <a:pPr>
              <a:spcAft>
                <a:spcPts val="600"/>
              </a:spcAft>
            </a:pPr>
            <a:fld id="{D4CAF7D6-E98F-4CB1-96BA-0FE1CB050375}" type="slidenum">
              <a:rPr lang="en-AU">
                <a:solidFill>
                  <a:schemeClr val="tx1">
                    <a:lumMod val="50000"/>
                    <a:lumOff val="50000"/>
                  </a:schemeClr>
                </a:solidFill>
              </a:rPr>
              <a:pPr>
                <a:spcAft>
                  <a:spcPts val="600"/>
                </a:spcAft>
              </a:pPr>
              <a:t>3</a:t>
            </a:fld>
            <a:endParaRPr lang="en-AU">
              <a:solidFill>
                <a:schemeClr val="tx1">
                  <a:lumMod val="50000"/>
                  <a:lumOff val="50000"/>
                </a:schemeClr>
              </a:solidFill>
            </a:endParaRPr>
          </a:p>
        </p:txBody>
      </p:sp>
      <p:graphicFrame>
        <p:nvGraphicFramePr>
          <p:cNvPr id="44" name="Content Placeholder 2">
            <a:extLst>
              <a:ext uri="{FF2B5EF4-FFF2-40B4-BE49-F238E27FC236}">
                <a16:creationId xmlns:a16="http://schemas.microsoft.com/office/drawing/2014/main" id="{F16505CF-6F67-8897-5A15-14907B391C59}"/>
              </a:ext>
            </a:extLst>
          </p:cNvPr>
          <p:cNvGraphicFramePr/>
          <p:nvPr>
            <p:extLst>
              <p:ext uri="{D42A27DB-BD31-4B8C-83A1-F6EECF244321}">
                <p14:modId xmlns:p14="http://schemas.microsoft.com/office/powerpoint/2010/main" val="960800797"/>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Graphic 5" descr="Boardroom with solid fill">
            <a:extLst>
              <a:ext uri="{FF2B5EF4-FFF2-40B4-BE49-F238E27FC236}">
                <a16:creationId xmlns:a16="http://schemas.microsoft.com/office/drawing/2014/main" id="{BFFC8340-1076-18D6-24C1-9D922D20143E}"/>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4404668" y="4830234"/>
            <a:ext cx="1208732" cy="1208732"/>
          </a:xfrm>
          <a:prstGeom prst="rect">
            <a:avLst/>
          </a:prstGeom>
        </p:spPr>
      </p:pic>
      <p:pic>
        <p:nvPicPr>
          <p:cNvPr id="9" name="Graphic 8" descr="Bar chart with solid fill">
            <a:extLst>
              <a:ext uri="{FF2B5EF4-FFF2-40B4-BE49-F238E27FC236}">
                <a16:creationId xmlns:a16="http://schemas.microsoft.com/office/drawing/2014/main" id="{39F844B9-6E25-6757-FF77-EC5717DAD5A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0112003" y="5044767"/>
            <a:ext cx="914400" cy="914400"/>
          </a:xfrm>
          <a:prstGeom prst="rect">
            <a:avLst/>
          </a:prstGeom>
        </p:spPr>
      </p:pic>
    </p:spTree>
    <p:extLst>
      <p:ext uri="{BB962C8B-B14F-4D97-AF65-F5344CB8AC3E}">
        <p14:creationId xmlns:p14="http://schemas.microsoft.com/office/powerpoint/2010/main" val="2802958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F9B2F2-22ED-5A0A-B4EF-97A0A16ECD86}"/>
            </a:ext>
          </a:extLst>
        </p:cNvPr>
        <p:cNvGrpSpPr/>
        <p:nvPr/>
      </p:nvGrpSpPr>
      <p:grpSpPr>
        <a:xfrm>
          <a:off x="0" y="0"/>
          <a:ext cx="0" cy="0"/>
          <a:chOff x="0" y="0"/>
          <a:chExt cx="0" cy="0"/>
        </a:xfrm>
      </p:grpSpPr>
      <p:sp useBgFill="1">
        <p:nvSpPr>
          <p:cNvPr id="1045" name="Rectangle 1044">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EF6164-F887-2365-18A7-61DC4E63C976}"/>
              </a:ext>
            </a:extLst>
          </p:cNvPr>
          <p:cNvSpPr>
            <a:spLocks noGrp="1"/>
          </p:cNvSpPr>
          <p:nvPr>
            <p:ph type="title"/>
          </p:nvPr>
        </p:nvSpPr>
        <p:spPr>
          <a:xfrm>
            <a:off x="5297762" y="329184"/>
            <a:ext cx="6251110" cy="1783080"/>
          </a:xfrm>
        </p:spPr>
        <p:txBody>
          <a:bodyPr anchor="b">
            <a:normAutofit/>
          </a:bodyPr>
          <a:lstStyle/>
          <a:p>
            <a:r>
              <a:rPr lang="en-AU" sz="5000" b="1"/>
              <a:t>What are characteristics of Qualitative Methods?</a:t>
            </a:r>
          </a:p>
        </p:txBody>
      </p:sp>
      <p:pic>
        <p:nvPicPr>
          <p:cNvPr id="1040" name="Picture 1039" descr="Yellow speech bubble on pink background">
            <a:extLst>
              <a:ext uri="{FF2B5EF4-FFF2-40B4-BE49-F238E27FC236}">
                <a16:creationId xmlns:a16="http://schemas.microsoft.com/office/drawing/2014/main" id="{9942DB05-A083-E300-B812-4283DABA835B}"/>
              </a:ext>
            </a:extLst>
          </p:cNvPr>
          <p:cNvPicPr>
            <a:picLocks noChangeAspect="1"/>
          </p:cNvPicPr>
          <p:nvPr/>
        </p:nvPicPr>
        <p:blipFill>
          <a:blip r:embed="rId3">
            <a:extLst>
              <a:ext uri="{28A0092B-C50C-407E-A947-70E740481C1C}">
                <a14:useLocalDpi xmlns:a14="http://schemas.microsoft.com/office/drawing/2010/main" val="0"/>
              </a:ext>
            </a:extLst>
          </a:blip>
          <a:srcRect l="24533" r="24533"/>
          <a:stretch>
            <a:fillRect/>
          </a:stretch>
        </p:blipFill>
        <p:spPr>
          <a:xfrm>
            <a:off x="0"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047"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2">
            <a:extLst>
              <a:ext uri="{FF2B5EF4-FFF2-40B4-BE49-F238E27FC236}">
                <a16:creationId xmlns:a16="http://schemas.microsoft.com/office/drawing/2014/main" id="{DB68CEB8-3366-E110-7640-93B42D946EE6}"/>
              </a:ext>
            </a:extLst>
          </p:cNvPr>
          <p:cNvSpPr>
            <a:spLocks noGrp="1"/>
          </p:cNvSpPr>
          <p:nvPr>
            <p:ph idx="1"/>
          </p:nvPr>
        </p:nvSpPr>
        <p:spPr>
          <a:xfrm>
            <a:off x="5297762" y="2706624"/>
            <a:ext cx="6251110" cy="3483864"/>
          </a:xfrm>
        </p:spPr>
        <p:txBody>
          <a:bodyPr>
            <a:normAutofit/>
          </a:bodyPr>
          <a:lstStyle/>
          <a:p>
            <a:pPr>
              <a:lnSpc>
                <a:spcPct val="100000"/>
              </a:lnSpc>
              <a:buFont typeface="+mj-lt"/>
              <a:buAutoNum type="arabicPeriod"/>
            </a:pPr>
            <a:r>
              <a:rPr lang="en-AU" sz="2200" b="1" dirty="0">
                <a:latin typeface="Lato Extended"/>
              </a:rPr>
              <a:t>Key Words: </a:t>
            </a:r>
            <a:r>
              <a:rPr lang="en-AU" sz="2200" dirty="0">
                <a:latin typeface="Lato Extended"/>
              </a:rPr>
              <a:t>Exploratory, Inductive, Interpretivist, Subjective</a:t>
            </a:r>
            <a:endParaRPr lang="en-AU" sz="2200" b="0" i="0" dirty="0">
              <a:effectLst/>
              <a:latin typeface="Lato Extended"/>
            </a:endParaRPr>
          </a:p>
          <a:p>
            <a:pPr>
              <a:lnSpc>
                <a:spcPct val="100000"/>
              </a:lnSpc>
              <a:buFont typeface="+mj-lt"/>
              <a:buAutoNum type="arabicPeriod"/>
            </a:pPr>
            <a:r>
              <a:rPr lang="en-AU" sz="2200" b="1" dirty="0">
                <a:latin typeface="Lato Extended"/>
              </a:rPr>
              <a:t>Purpose: </a:t>
            </a:r>
            <a:r>
              <a:rPr lang="en-AU" sz="2200" dirty="0">
                <a:latin typeface="Lato Extended"/>
              </a:rPr>
              <a:t>To understand the phenomenon and richness of experiences within the context</a:t>
            </a:r>
            <a:endParaRPr lang="en-AU" sz="2200" b="0" i="0" dirty="0">
              <a:effectLst/>
              <a:latin typeface="Lato Extended"/>
            </a:endParaRPr>
          </a:p>
          <a:p>
            <a:pPr>
              <a:lnSpc>
                <a:spcPct val="100000"/>
              </a:lnSpc>
              <a:buFont typeface="+mj-lt"/>
              <a:buAutoNum type="arabicPeriod"/>
            </a:pPr>
            <a:r>
              <a:rPr lang="en-AU" sz="2200" b="1" i="0" dirty="0">
                <a:effectLst/>
                <a:latin typeface="Lato Extended"/>
              </a:rPr>
              <a:t>Principle:</a:t>
            </a:r>
            <a:r>
              <a:rPr lang="en-AU" sz="2200" b="0" i="0" dirty="0">
                <a:effectLst/>
                <a:latin typeface="Lato Extended"/>
              </a:rPr>
              <a:t> Story Telling</a:t>
            </a:r>
            <a:r>
              <a:rPr lang="en-AU" sz="2200" dirty="0">
                <a:latin typeface="Lato Extended"/>
              </a:rPr>
              <a:t> and </a:t>
            </a:r>
            <a:r>
              <a:rPr lang="en-AU" sz="2200" b="0" i="0" dirty="0">
                <a:effectLst/>
                <a:latin typeface="Lato Extended"/>
              </a:rPr>
              <a:t>Rich Data are important to explore the range of experiences rather than a summative approach to understanding a phenomenon or research question.</a:t>
            </a:r>
            <a:endParaRPr lang="en-AU" sz="2200" dirty="0">
              <a:latin typeface="Lato Extended"/>
            </a:endParaRPr>
          </a:p>
          <a:p>
            <a:pPr>
              <a:lnSpc>
                <a:spcPct val="100000"/>
              </a:lnSpc>
              <a:buFont typeface="+mj-lt"/>
              <a:buAutoNum type="arabicPeriod"/>
            </a:pPr>
            <a:endParaRPr lang="en-AU" sz="2200" dirty="0">
              <a:latin typeface="Lato Extended"/>
            </a:endParaRPr>
          </a:p>
          <a:p>
            <a:pPr>
              <a:lnSpc>
                <a:spcPct val="100000"/>
              </a:lnSpc>
              <a:buFont typeface="+mj-lt"/>
              <a:buAutoNum type="arabicPeriod"/>
            </a:pPr>
            <a:endParaRPr lang="en-AU" sz="2200" b="0" i="0" dirty="0">
              <a:effectLst/>
              <a:latin typeface="Lato Extended"/>
            </a:endParaRPr>
          </a:p>
          <a:p>
            <a:pPr>
              <a:lnSpc>
                <a:spcPct val="100000"/>
              </a:lnSpc>
              <a:buFont typeface="+mj-lt"/>
              <a:buAutoNum type="arabicPeriod"/>
            </a:pPr>
            <a:endParaRPr lang="en-AU" sz="2200" b="0" i="0" dirty="0">
              <a:effectLst/>
              <a:latin typeface="Lato Extended"/>
            </a:endParaRPr>
          </a:p>
          <a:p>
            <a:pPr>
              <a:lnSpc>
                <a:spcPct val="100000"/>
              </a:lnSpc>
            </a:pPr>
            <a:endParaRPr lang="en-AU" sz="2200" dirty="0"/>
          </a:p>
        </p:txBody>
      </p:sp>
    </p:spTree>
    <p:extLst>
      <p:ext uri="{BB962C8B-B14F-4D97-AF65-F5344CB8AC3E}">
        <p14:creationId xmlns:p14="http://schemas.microsoft.com/office/powerpoint/2010/main" val="215191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79758-9483-FD16-230A-B5B3BC65AEEB}"/>
              </a:ext>
            </a:extLst>
          </p:cNvPr>
          <p:cNvSpPr>
            <a:spLocks noGrp="1"/>
          </p:cNvSpPr>
          <p:nvPr>
            <p:ph type="title"/>
          </p:nvPr>
        </p:nvSpPr>
        <p:spPr>
          <a:xfrm>
            <a:off x="5297762" y="329184"/>
            <a:ext cx="6251110" cy="1783080"/>
          </a:xfrm>
        </p:spPr>
        <p:txBody>
          <a:bodyPr anchor="b">
            <a:normAutofit/>
          </a:bodyPr>
          <a:lstStyle/>
          <a:p>
            <a:r>
              <a:rPr lang="en-AU" sz="5400" b="1"/>
              <a:t>Qualitative Data: Rich but Messy</a:t>
            </a:r>
          </a:p>
        </p:txBody>
      </p:sp>
      <p:pic>
        <p:nvPicPr>
          <p:cNvPr id="5" name="Picture 4" descr="Sticky notes on a wall">
            <a:extLst>
              <a:ext uri="{FF2B5EF4-FFF2-40B4-BE49-F238E27FC236}">
                <a16:creationId xmlns:a16="http://schemas.microsoft.com/office/drawing/2014/main" id="{8D37B133-19E7-CFFA-E62D-2FA5981C955A}"/>
              </a:ext>
            </a:extLst>
          </p:cNvPr>
          <p:cNvPicPr>
            <a:picLocks noChangeAspect="1"/>
          </p:cNvPicPr>
          <p:nvPr/>
        </p:nvPicPr>
        <p:blipFill rotWithShape="1">
          <a:blip r:embed="rId3"/>
          <a:srcRect l="26600" r="26033" b="2"/>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9"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FC4B453-7F41-AC3F-0187-6E020C3636DA}"/>
              </a:ext>
            </a:extLst>
          </p:cNvPr>
          <p:cNvSpPr>
            <a:spLocks noGrp="1"/>
          </p:cNvSpPr>
          <p:nvPr>
            <p:ph idx="1"/>
          </p:nvPr>
        </p:nvSpPr>
        <p:spPr>
          <a:xfrm>
            <a:off x="5297762" y="2706624"/>
            <a:ext cx="6251110" cy="3483864"/>
          </a:xfrm>
        </p:spPr>
        <p:txBody>
          <a:bodyPr>
            <a:normAutofit lnSpcReduction="10000"/>
          </a:bodyPr>
          <a:lstStyle/>
          <a:p>
            <a:pPr marL="0" indent="0">
              <a:buNone/>
            </a:pPr>
            <a:r>
              <a:rPr lang="en-AU" sz="2400" dirty="0"/>
              <a:t>Qualitative Data is often in form of text, audio, or images, or just what you observe!</a:t>
            </a:r>
          </a:p>
          <a:p>
            <a:pPr marL="0" indent="0">
              <a:buNone/>
            </a:pPr>
            <a:r>
              <a:rPr lang="en-AU" sz="2400" b="1" dirty="0"/>
              <a:t>Richness:</a:t>
            </a:r>
          </a:p>
          <a:p>
            <a:pPr marL="0" indent="0">
              <a:buNone/>
            </a:pPr>
            <a:r>
              <a:rPr lang="en-AU" sz="2400" dirty="0"/>
              <a:t>Details and description of context, situation, feelings – with quotes and examples</a:t>
            </a:r>
          </a:p>
          <a:p>
            <a:pPr marL="0" indent="0">
              <a:buNone/>
            </a:pPr>
            <a:r>
              <a:rPr lang="en-AU" sz="2400" b="1" dirty="0"/>
              <a:t>Messy:</a:t>
            </a:r>
          </a:p>
          <a:p>
            <a:pPr marL="0" indent="0">
              <a:buNone/>
            </a:pPr>
            <a:r>
              <a:rPr lang="en-AU" sz="2400" dirty="0"/>
              <a:t>Covers different aspects of the phenomenon and may not be categorised easily on the same level of analysis, or even comparable within the study </a:t>
            </a:r>
          </a:p>
          <a:p>
            <a:pPr marL="0" indent="0">
              <a:buNone/>
            </a:pPr>
            <a:endParaRPr lang="en-AU" sz="2400" dirty="0"/>
          </a:p>
        </p:txBody>
      </p:sp>
    </p:spTree>
    <p:extLst>
      <p:ext uri="{BB962C8B-B14F-4D97-AF65-F5344CB8AC3E}">
        <p14:creationId xmlns:p14="http://schemas.microsoft.com/office/powerpoint/2010/main" val="612352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0" name="Rectangle 39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EF129-F009-7049-2237-023C0F6DDC66}"/>
              </a:ext>
            </a:extLst>
          </p:cNvPr>
          <p:cNvSpPr>
            <a:spLocks noGrp="1"/>
          </p:cNvSpPr>
          <p:nvPr>
            <p:ph type="title"/>
          </p:nvPr>
        </p:nvSpPr>
        <p:spPr>
          <a:xfrm>
            <a:off x="5297762" y="329184"/>
            <a:ext cx="6251110" cy="1783080"/>
          </a:xfrm>
        </p:spPr>
        <p:txBody>
          <a:bodyPr anchor="b">
            <a:normAutofit/>
          </a:bodyPr>
          <a:lstStyle/>
          <a:p>
            <a:r>
              <a:rPr lang="en-AU" sz="5400" b="1"/>
              <a:t>Preparing Qualitative Data</a:t>
            </a:r>
          </a:p>
        </p:txBody>
      </p:sp>
      <p:pic>
        <p:nvPicPr>
          <p:cNvPr id="4" name="Picture 3" descr="Sticky notes on a wall">
            <a:extLst>
              <a:ext uri="{FF2B5EF4-FFF2-40B4-BE49-F238E27FC236}">
                <a16:creationId xmlns:a16="http://schemas.microsoft.com/office/drawing/2014/main" id="{55A7B57E-0996-CC56-95D2-D0E589BCD503}"/>
              </a:ext>
            </a:extLst>
          </p:cNvPr>
          <p:cNvPicPr>
            <a:picLocks noChangeAspect="1"/>
          </p:cNvPicPr>
          <p:nvPr/>
        </p:nvPicPr>
        <p:blipFill rotWithShape="1">
          <a:blip r:embed="rId2"/>
          <a:srcRect l="26600" r="26033" b="2"/>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40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Content Placeholder 2">
            <a:extLst>
              <a:ext uri="{FF2B5EF4-FFF2-40B4-BE49-F238E27FC236}">
                <a16:creationId xmlns:a16="http://schemas.microsoft.com/office/drawing/2014/main" id="{346633E1-C185-98D5-EB69-D5664C0B1B27}"/>
              </a:ext>
            </a:extLst>
          </p:cNvPr>
          <p:cNvSpPr>
            <a:spLocks noGrp="1"/>
          </p:cNvSpPr>
          <p:nvPr>
            <p:ph idx="1"/>
          </p:nvPr>
        </p:nvSpPr>
        <p:spPr>
          <a:xfrm>
            <a:off x="5297762" y="2706624"/>
            <a:ext cx="6251110" cy="3483864"/>
          </a:xfrm>
        </p:spPr>
        <p:txBody>
          <a:bodyPr>
            <a:normAutofit/>
          </a:bodyPr>
          <a:lstStyle/>
          <a:p>
            <a:r>
              <a:rPr lang="en-AU" sz="2200"/>
              <a:t>Text and Audio: Transcribe</a:t>
            </a:r>
          </a:p>
          <a:p>
            <a:r>
              <a:rPr lang="en-AU" sz="2200"/>
              <a:t>Music and Images: Describe and Check</a:t>
            </a:r>
          </a:p>
          <a:p>
            <a:r>
              <a:rPr lang="en-AU" sz="2200"/>
              <a:t>Tone: Describe and Contextualise</a:t>
            </a:r>
          </a:p>
          <a:p>
            <a:r>
              <a:rPr lang="en-AU" sz="2200"/>
              <a:t>Feelings: Describe and Contextualise</a:t>
            </a:r>
          </a:p>
          <a:p>
            <a:endParaRPr lang="en-AU" sz="2200"/>
          </a:p>
        </p:txBody>
      </p:sp>
    </p:spTree>
    <p:extLst>
      <p:ext uri="{BB962C8B-B14F-4D97-AF65-F5344CB8AC3E}">
        <p14:creationId xmlns:p14="http://schemas.microsoft.com/office/powerpoint/2010/main" val="281316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0" name="Rectangle 39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EF129-F009-7049-2237-023C0F6DDC66}"/>
              </a:ext>
            </a:extLst>
          </p:cNvPr>
          <p:cNvSpPr>
            <a:spLocks noGrp="1"/>
          </p:cNvSpPr>
          <p:nvPr>
            <p:ph type="title"/>
          </p:nvPr>
        </p:nvSpPr>
        <p:spPr>
          <a:xfrm>
            <a:off x="5297762" y="329184"/>
            <a:ext cx="6251110" cy="1783080"/>
          </a:xfrm>
        </p:spPr>
        <p:txBody>
          <a:bodyPr anchor="b">
            <a:normAutofit/>
          </a:bodyPr>
          <a:lstStyle/>
          <a:p>
            <a:r>
              <a:rPr lang="en-AU" sz="5000" b="1"/>
              <a:t>Qualitative Analysis: Let’s make sense of it all</a:t>
            </a:r>
          </a:p>
        </p:txBody>
      </p:sp>
      <p:pic>
        <p:nvPicPr>
          <p:cNvPr id="4" name="Picture 3" descr="Sticky notes on a wall">
            <a:extLst>
              <a:ext uri="{FF2B5EF4-FFF2-40B4-BE49-F238E27FC236}">
                <a16:creationId xmlns:a16="http://schemas.microsoft.com/office/drawing/2014/main" id="{D8361C1A-60C6-6919-43B0-E64665F9F686}"/>
              </a:ext>
            </a:extLst>
          </p:cNvPr>
          <p:cNvPicPr>
            <a:picLocks noChangeAspect="1"/>
          </p:cNvPicPr>
          <p:nvPr/>
        </p:nvPicPr>
        <p:blipFill rotWithShape="1">
          <a:blip r:embed="rId2"/>
          <a:srcRect l="26600" r="26033" b="2"/>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40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Content Placeholder 2">
            <a:extLst>
              <a:ext uri="{FF2B5EF4-FFF2-40B4-BE49-F238E27FC236}">
                <a16:creationId xmlns:a16="http://schemas.microsoft.com/office/drawing/2014/main" id="{346633E1-C185-98D5-EB69-D5664C0B1B27}"/>
              </a:ext>
            </a:extLst>
          </p:cNvPr>
          <p:cNvSpPr>
            <a:spLocks noGrp="1"/>
          </p:cNvSpPr>
          <p:nvPr>
            <p:ph idx="1"/>
          </p:nvPr>
        </p:nvSpPr>
        <p:spPr>
          <a:xfrm>
            <a:off x="5297762" y="2706624"/>
            <a:ext cx="6251110" cy="3483864"/>
          </a:xfrm>
        </p:spPr>
        <p:txBody>
          <a:bodyPr>
            <a:normAutofit/>
          </a:bodyPr>
          <a:lstStyle/>
          <a:p>
            <a:r>
              <a:rPr lang="en-AU" sz="2200"/>
              <a:t>Approaches (constructivist or interpretivist, or both)</a:t>
            </a:r>
          </a:p>
          <a:p>
            <a:r>
              <a:rPr lang="en-AU" sz="2200"/>
              <a:t>Coding the data: Open, Axial, Selective </a:t>
            </a:r>
          </a:p>
          <a:p>
            <a:r>
              <a:rPr lang="en-AU" sz="2200"/>
              <a:t>Counting Codes?</a:t>
            </a:r>
          </a:p>
          <a:p>
            <a:r>
              <a:rPr lang="en-AU" sz="2200"/>
              <a:t>Rater and Inter-rater Reliability</a:t>
            </a:r>
          </a:p>
          <a:p>
            <a:r>
              <a:rPr lang="en-AU" sz="2200"/>
              <a:t>Dealing with Level(s) of Analysis</a:t>
            </a:r>
          </a:p>
          <a:p>
            <a:endParaRPr lang="en-AU" sz="2200"/>
          </a:p>
        </p:txBody>
      </p:sp>
    </p:spTree>
    <p:extLst>
      <p:ext uri="{BB962C8B-B14F-4D97-AF65-F5344CB8AC3E}">
        <p14:creationId xmlns:p14="http://schemas.microsoft.com/office/powerpoint/2010/main" val="382267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0" name="Rectangle 39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EF129-F009-7049-2237-023C0F6DDC66}"/>
              </a:ext>
            </a:extLst>
          </p:cNvPr>
          <p:cNvSpPr>
            <a:spLocks noGrp="1"/>
          </p:cNvSpPr>
          <p:nvPr>
            <p:ph type="title"/>
          </p:nvPr>
        </p:nvSpPr>
        <p:spPr>
          <a:xfrm>
            <a:off x="5297762" y="329184"/>
            <a:ext cx="6251110" cy="1783080"/>
          </a:xfrm>
        </p:spPr>
        <p:txBody>
          <a:bodyPr anchor="b">
            <a:normAutofit/>
          </a:bodyPr>
          <a:lstStyle/>
          <a:p>
            <a:r>
              <a:rPr lang="en-AU" sz="5400"/>
              <a:t>Dealing with Level(s) of Analysis</a:t>
            </a:r>
          </a:p>
        </p:txBody>
      </p:sp>
      <p:sp>
        <p:nvSpPr>
          <p:cNvPr id="40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Content Placeholder 2">
            <a:extLst>
              <a:ext uri="{FF2B5EF4-FFF2-40B4-BE49-F238E27FC236}">
                <a16:creationId xmlns:a16="http://schemas.microsoft.com/office/drawing/2014/main" id="{346633E1-C185-98D5-EB69-D5664C0B1B27}"/>
              </a:ext>
            </a:extLst>
          </p:cNvPr>
          <p:cNvSpPr>
            <a:spLocks noGrp="1"/>
          </p:cNvSpPr>
          <p:nvPr>
            <p:ph idx="1"/>
          </p:nvPr>
        </p:nvSpPr>
        <p:spPr>
          <a:xfrm>
            <a:off x="5297762" y="2706624"/>
            <a:ext cx="6251110" cy="3483864"/>
          </a:xfrm>
        </p:spPr>
        <p:txBody>
          <a:bodyPr>
            <a:normAutofit/>
          </a:bodyPr>
          <a:lstStyle/>
          <a:p>
            <a:r>
              <a:rPr lang="en-AU" sz="2400" dirty="0"/>
              <a:t>Because qualitative data covers a wide range of topics and levels, it is likely that different readers might focus on different aspects of the data.</a:t>
            </a:r>
          </a:p>
          <a:p>
            <a:r>
              <a:rPr lang="en-AU" sz="2400" dirty="0"/>
              <a:t>When to provide consistency? When to allow for inconsistency? </a:t>
            </a:r>
          </a:p>
        </p:txBody>
      </p:sp>
      <p:pic>
        <p:nvPicPr>
          <p:cNvPr id="3" name="Picture 2" descr="Sticky notes on a wall">
            <a:extLst>
              <a:ext uri="{FF2B5EF4-FFF2-40B4-BE49-F238E27FC236}">
                <a16:creationId xmlns:a16="http://schemas.microsoft.com/office/drawing/2014/main" id="{74352340-541E-426C-7B2A-48F9CE39983F}"/>
              </a:ext>
            </a:extLst>
          </p:cNvPr>
          <p:cNvPicPr>
            <a:picLocks noChangeAspect="1"/>
          </p:cNvPicPr>
          <p:nvPr/>
        </p:nvPicPr>
        <p:blipFill rotWithShape="1">
          <a:blip r:embed="rId2"/>
          <a:srcRect l="26600" r="26033" b="2"/>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3944147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diagram&#10;&#10;AI-generated content may be incorrect.">
            <a:extLst>
              <a:ext uri="{FF2B5EF4-FFF2-40B4-BE49-F238E27FC236}">
                <a16:creationId xmlns:a16="http://schemas.microsoft.com/office/drawing/2014/main" id="{01120726-7E09-CCD3-989E-630883E7CB2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425" b="-1"/>
          <a:stretch>
            <a:fillRect/>
          </a:stretch>
        </p:blipFill>
        <p:spPr>
          <a:xfrm>
            <a:off x="20" y="1282"/>
            <a:ext cx="12191980" cy="6856718"/>
          </a:xfrm>
          <a:prstGeom prst="rect">
            <a:avLst/>
          </a:prstGeom>
        </p:spPr>
      </p:pic>
    </p:spTree>
    <p:extLst>
      <p:ext uri="{BB962C8B-B14F-4D97-AF65-F5344CB8AC3E}">
        <p14:creationId xmlns:p14="http://schemas.microsoft.com/office/powerpoint/2010/main" val="1346707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2268-7461-D309-3A63-EC7B4EA88283}"/>
              </a:ext>
            </a:extLst>
          </p:cNvPr>
          <p:cNvSpPr>
            <a:spLocks noGrp="1"/>
          </p:cNvSpPr>
          <p:nvPr>
            <p:ph type="title"/>
          </p:nvPr>
        </p:nvSpPr>
        <p:spPr>
          <a:xfrm>
            <a:off x="838200" y="107950"/>
            <a:ext cx="10515600" cy="1325563"/>
          </a:xfrm>
        </p:spPr>
        <p:txBody>
          <a:bodyPr/>
          <a:lstStyle/>
          <a:p>
            <a:r>
              <a:rPr lang="en-AU" b="1" dirty="0"/>
              <a:t>Exercise: Code this! And Compare!</a:t>
            </a:r>
          </a:p>
        </p:txBody>
      </p:sp>
      <p:sp>
        <p:nvSpPr>
          <p:cNvPr id="3" name="Content Placeholder 2">
            <a:extLst>
              <a:ext uri="{FF2B5EF4-FFF2-40B4-BE49-F238E27FC236}">
                <a16:creationId xmlns:a16="http://schemas.microsoft.com/office/drawing/2014/main" id="{5CDB0311-95BC-EBDF-A9CB-21C9C55CCA2A}"/>
              </a:ext>
            </a:extLst>
          </p:cNvPr>
          <p:cNvSpPr>
            <a:spLocks noGrp="1"/>
          </p:cNvSpPr>
          <p:nvPr>
            <p:ph idx="1"/>
          </p:nvPr>
        </p:nvSpPr>
        <p:spPr>
          <a:xfrm>
            <a:off x="838200" y="1343024"/>
            <a:ext cx="10896600" cy="5514975"/>
          </a:xfrm>
        </p:spPr>
        <p:txBody>
          <a:bodyPr>
            <a:normAutofit/>
          </a:bodyPr>
          <a:lstStyle/>
          <a:p>
            <a:pPr marL="0" indent="0">
              <a:buNone/>
            </a:pPr>
            <a:r>
              <a:rPr lang="en-AU" sz="1600" b="1" dirty="0"/>
              <a:t>Interviewer:</a:t>
            </a:r>
            <a:r>
              <a:rPr lang="en-AU" sz="1600" dirty="0"/>
              <a:t> As an employee, what was your experience with the new ‘</a:t>
            </a:r>
            <a:r>
              <a:rPr lang="en-AU" sz="1600" dirty="0" err="1"/>
              <a:t>Sellingforce</a:t>
            </a:r>
            <a:r>
              <a:rPr lang="en-AU" sz="1600" dirty="0"/>
              <a:t>’ software?</a:t>
            </a:r>
          </a:p>
          <a:p>
            <a:pPr marL="0" indent="0">
              <a:buNone/>
            </a:pPr>
            <a:r>
              <a:rPr lang="en-AU" sz="1600" b="1"/>
              <a:t>Respondent </a:t>
            </a:r>
            <a:r>
              <a:rPr lang="en-AU" sz="1600" b="1" dirty="0"/>
              <a:t>1:</a:t>
            </a:r>
            <a:r>
              <a:rPr lang="en-AU" sz="1600" dirty="0"/>
              <a:t> It took some time to get used to it, and I needed time to learn how to use it to generate any useful report about my customers. Also it was not necessarily easy to understand how different customers were using our services at the start. However, after some more workshops and PD, I was able to use if better and it was really good to be able to track the behaviours of customers over time, though it was just about their purchase behaviour actually, not their decision making. That part is not well captured, hmmm… it makes me think maybe we need a way to capture what our customers’ preferences are but also we might know what they buy but we may not know why they buy it?</a:t>
            </a:r>
          </a:p>
          <a:p>
            <a:pPr marL="0" indent="0">
              <a:buNone/>
            </a:pPr>
            <a:r>
              <a:rPr lang="en-AU" sz="1600" dirty="0"/>
              <a:t>Anyway, when I look at what my other colleagues are doing, I think there is a bit of difference in how we are doing it and maybe we also need consistency in how we as a team use the system. You know what I mean? We are supposed to be one team. Anyway, overall, </a:t>
            </a:r>
            <a:r>
              <a:rPr lang="en-AU" sz="1600" dirty="0" err="1"/>
              <a:t>ummm</a:t>
            </a:r>
            <a:r>
              <a:rPr lang="en-AU" sz="1600" dirty="0"/>
              <a:t>… I think after the initial issues, I was able to use it quite well and efficiently.</a:t>
            </a:r>
          </a:p>
          <a:p>
            <a:pPr marL="0" indent="0">
              <a:buNone/>
            </a:pPr>
            <a:endParaRPr lang="en-AU" sz="1600" dirty="0"/>
          </a:p>
          <a:p>
            <a:pPr marL="0" indent="0">
              <a:buNone/>
            </a:pPr>
            <a:r>
              <a:rPr lang="en-AU" sz="1600" b="1" dirty="0"/>
              <a:t>Interviewer: </a:t>
            </a:r>
            <a:r>
              <a:rPr lang="en-AU" sz="1600" dirty="0"/>
              <a:t>Can you tell me a bit more about how the software impacted on your daily work?</a:t>
            </a:r>
          </a:p>
          <a:p>
            <a:pPr marL="0" indent="0">
              <a:buNone/>
            </a:pPr>
            <a:r>
              <a:rPr lang="en-AU" sz="1600" b="1" dirty="0"/>
              <a:t>Respondent 1:</a:t>
            </a:r>
            <a:r>
              <a:rPr lang="en-AU" sz="1600" dirty="0"/>
              <a:t> Well, because I have quite a huge customer base, I like to start the day by seeing what they have bought or any queries overnight. I like to be responsive if there are queries etc., right? So, I do tend to log in first thing in the morning, but honestly, sometimes, that can be distracting too because I end up being reactionary rather than doing some other work that is maybe more creative, I don’t know… maybe more strategic. But then, responding to immediate needs are also so important and since we have the data, why not do it, right? Hmmm. It’s changed and made me more busy in some ways because the creative work doesn’t go away, whereas in the past, I may not have the immediate data, so I would focus on the creative side, but now, I feel I have to respond to the data we have daily too. I think that’s a good thing but I am definitely more busy. Is that what management wants maybe, </a:t>
            </a:r>
            <a:r>
              <a:rPr lang="en-AU" sz="1600" dirty="0" err="1"/>
              <a:t>hahahah</a:t>
            </a:r>
            <a:r>
              <a:rPr lang="en-AU" sz="1600" dirty="0"/>
              <a:t>! So devious!</a:t>
            </a:r>
          </a:p>
        </p:txBody>
      </p:sp>
    </p:spTree>
    <p:extLst>
      <p:ext uri="{BB962C8B-B14F-4D97-AF65-F5344CB8AC3E}">
        <p14:creationId xmlns:p14="http://schemas.microsoft.com/office/powerpoint/2010/main" val="1964255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0" name="Rectangle 39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EF129-F009-7049-2237-023C0F6DDC66}"/>
              </a:ext>
            </a:extLst>
          </p:cNvPr>
          <p:cNvSpPr>
            <a:spLocks noGrp="1"/>
          </p:cNvSpPr>
          <p:nvPr>
            <p:ph type="title"/>
          </p:nvPr>
        </p:nvSpPr>
        <p:spPr>
          <a:xfrm>
            <a:off x="5297762" y="329184"/>
            <a:ext cx="6251110" cy="1783080"/>
          </a:xfrm>
        </p:spPr>
        <p:txBody>
          <a:bodyPr anchor="b">
            <a:normAutofit/>
          </a:bodyPr>
          <a:lstStyle/>
          <a:p>
            <a:r>
              <a:rPr lang="en-AU" sz="5400" b="1"/>
              <a:t>Rater and Inter-rater Reliability</a:t>
            </a:r>
          </a:p>
        </p:txBody>
      </p:sp>
      <p:sp>
        <p:nvSpPr>
          <p:cNvPr id="40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Content Placeholder 2">
            <a:extLst>
              <a:ext uri="{FF2B5EF4-FFF2-40B4-BE49-F238E27FC236}">
                <a16:creationId xmlns:a16="http://schemas.microsoft.com/office/drawing/2014/main" id="{346633E1-C185-98D5-EB69-D5664C0B1B27}"/>
              </a:ext>
            </a:extLst>
          </p:cNvPr>
          <p:cNvSpPr>
            <a:spLocks noGrp="1"/>
          </p:cNvSpPr>
          <p:nvPr>
            <p:ph idx="1"/>
          </p:nvPr>
        </p:nvSpPr>
        <p:spPr>
          <a:xfrm>
            <a:off x="5297762" y="2706624"/>
            <a:ext cx="6251110" cy="3483864"/>
          </a:xfrm>
        </p:spPr>
        <p:txBody>
          <a:bodyPr>
            <a:normAutofit/>
          </a:bodyPr>
          <a:lstStyle/>
          <a:p>
            <a:r>
              <a:rPr lang="en-AU" sz="2200" dirty="0"/>
              <a:t>Will the codes look similar if someone else if coding it with the same guidelines?</a:t>
            </a:r>
          </a:p>
          <a:p>
            <a:endParaRPr lang="en-AU" sz="2200" dirty="0"/>
          </a:p>
          <a:p>
            <a:r>
              <a:rPr lang="en-AU" sz="2200" dirty="0"/>
              <a:t>Why is this important in some contexts?</a:t>
            </a:r>
          </a:p>
          <a:p>
            <a:endParaRPr lang="en-AU" sz="2200" dirty="0"/>
          </a:p>
          <a:p>
            <a:r>
              <a:rPr lang="en-AU" sz="2200" dirty="0"/>
              <a:t>How would you check this?</a:t>
            </a:r>
          </a:p>
          <a:p>
            <a:endParaRPr lang="en-AU" sz="2200" dirty="0"/>
          </a:p>
        </p:txBody>
      </p:sp>
      <p:pic>
        <p:nvPicPr>
          <p:cNvPr id="3" name="Picture 2" descr="Sticky notes on a wall">
            <a:extLst>
              <a:ext uri="{FF2B5EF4-FFF2-40B4-BE49-F238E27FC236}">
                <a16:creationId xmlns:a16="http://schemas.microsoft.com/office/drawing/2014/main" id="{B45658CF-6E35-50D5-CD7F-87E444A51159}"/>
              </a:ext>
            </a:extLst>
          </p:cNvPr>
          <p:cNvPicPr>
            <a:picLocks noChangeAspect="1"/>
          </p:cNvPicPr>
          <p:nvPr/>
        </p:nvPicPr>
        <p:blipFill rotWithShape="1">
          <a:blip r:embed="rId2"/>
          <a:srcRect l="26600" r="26033" b="2"/>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584293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7" name="Rectangle 396">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FEF129-F009-7049-2237-023C0F6DDC66}"/>
              </a:ext>
            </a:extLst>
          </p:cNvPr>
          <p:cNvSpPr>
            <a:spLocks noGrp="1"/>
          </p:cNvSpPr>
          <p:nvPr>
            <p:ph type="title"/>
          </p:nvPr>
        </p:nvSpPr>
        <p:spPr>
          <a:xfrm>
            <a:off x="4654296" y="329184"/>
            <a:ext cx="6894576" cy="1783080"/>
          </a:xfrm>
        </p:spPr>
        <p:txBody>
          <a:bodyPr anchor="b">
            <a:normAutofit/>
          </a:bodyPr>
          <a:lstStyle/>
          <a:p>
            <a:r>
              <a:rPr lang="en-AU" sz="5000" b="1"/>
              <a:t>Qualitative Analysis: Quality and Explainability</a:t>
            </a:r>
          </a:p>
        </p:txBody>
      </p:sp>
      <p:sp>
        <p:nvSpPr>
          <p:cNvPr id="402" name="sketchy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Content Placeholder 2">
            <a:extLst>
              <a:ext uri="{FF2B5EF4-FFF2-40B4-BE49-F238E27FC236}">
                <a16:creationId xmlns:a16="http://schemas.microsoft.com/office/drawing/2014/main" id="{346633E1-C185-98D5-EB69-D5664C0B1B27}"/>
              </a:ext>
            </a:extLst>
          </p:cNvPr>
          <p:cNvSpPr>
            <a:spLocks noGrp="1"/>
          </p:cNvSpPr>
          <p:nvPr>
            <p:ph idx="1"/>
          </p:nvPr>
        </p:nvSpPr>
        <p:spPr>
          <a:xfrm>
            <a:off x="4654296" y="2706624"/>
            <a:ext cx="6894576" cy="3483864"/>
          </a:xfrm>
        </p:spPr>
        <p:txBody>
          <a:bodyPr>
            <a:noAutofit/>
          </a:bodyPr>
          <a:lstStyle/>
          <a:p>
            <a:r>
              <a:rPr lang="en-AU" sz="2000" dirty="0"/>
              <a:t>Confirmability - How do you give confidence to readers that the results are not just your opinions?</a:t>
            </a:r>
          </a:p>
          <a:p>
            <a:r>
              <a:rPr lang="en-AU" sz="2000" dirty="0"/>
              <a:t>Credibility- Is it guided by literature, theory and conceptual work?</a:t>
            </a:r>
          </a:p>
          <a:p>
            <a:r>
              <a:rPr lang="en-AU" sz="2000" dirty="0"/>
              <a:t>Credibility - Is it supported by clear evidence (e.g. quotes)?</a:t>
            </a:r>
          </a:p>
          <a:p>
            <a:r>
              <a:rPr lang="en-AU" sz="2000" dirty="0"/>
              <a:t>Dependability - Is it making claims that cannot be substantiated and are quotes well interpreted?</a:t>
            </a:r>
          </a:p>
          <a:p>
            <a:r>
              <a:rPr lang="en-AU" sz="2000" dirty="0"/>
              <a:t>Reflexivity - Is it well contextualised?</a:t>
            </a:r>
          </a:p>
          <a:p>
            <a:r>
              <a:rPr lang="en-AU" sz="2000" dirty="0"/>
              <a:t>Reflexivity – Is the role of the researcher clarified?</a:t>
            </a:r>
          </a:p>
          <a:p>
            <a:r>
              <a:rPr lang="en-AU" sz="2000" dirty="0"/>
              <a:t>Transferability – Will another group of respondents in the same context report similar results??</a:t>
            </a:r>
          </a:p>
          <a:p>
            <a:endParaRPr lang="en-AU" sz="2000" dirty="0"/>
          </a:p>
        </p:txBody>
      </p:sp>
      <p:pic>
        <p:nvPicPr>
          <p:cNvPr id="4" name="Picture 3" descr="Sticky notes on a wall">
            <a:extLst>
              <a:ext uri="{FF2B5EF4-FFF2-40B4-BE49-F238E27FC236}">
                <a16:creationId xmlns:a16="http://schemas.microsoft.com/office/drawing/2014/main" id="{177B7079-DDDF-38EB-9537-123DBBB3F280}"/>
              </a:ext>
            </a:extLst>
          </p:cNvPr>
          <p:cNvPicPr>
            <a:picLocks noChangeAspect="1"/>
          </p:cNvPicPr>
          <p:nvPr/>
        </p:nvPicPr>
        <p:blipFill rotWithShape="1">
          <a:blip r:embed="rId3"/>
          <a:srcRect l="26600" r="26033" b="2"/>
          <a:stretch>
            <a:fillRect/>
          </a:stretch>
        </p:blipFill>
        <p:spPr>
          <a:xfrm>
            <a:off x="-283778" y="-23638"/>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139957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C6C498-BC28-0B82-98DA-ED95391BFE0C}"/>
              </a:ext>
            </a:extLst>
          </p:cNvPr>
          <p:cNvSpPr>
            <a:spLocks noGrp="1"/>
          </p:cNvSpPr>
          <p:nvPr>
            <p:ph type="title"/>
          </p:nvPr>
        </p:nvSpPr>
        <p:spPr>
          <a:xfrm>
            <a:off x="640080" y="325369"/>
            <a:ext cx="4368602" cy="1956841"/>
          </a:xfrm>
        </p:spPr>
        <p:txBody>
          <a:bodyPr anchor="b">
            <a:normAutofit/>
          </a:bodyPr>
          <a:lstStyle/>
          <a:p>
            <a:r>
              <a:rPr lang="en-AU" sz="4600" b="1"/>
              <a:t>Qualitative Data Analysis Software</a:t>
            </a:r>
          </a:p>
        </p:txBody>
      </p:sp>
      <p:sp>
        <p:nvSpPr>
          <p:cNvPr id="3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D5A7238-992B-E9E1-F21A-47796683F649}"/>
              </a:ext>
            </a:extLst>
          </p:cNvPr>
          <p:cNvSpPr>
            <a:spLocks noGrp="1"/>
          </p:cNvSpPr>
          <p:nvPr>
            <p:ph idx="1"/>
          </p:nvPr>
        </p:nvSpPr>
        <p:spPr>
          <a:xfrm>
            <a:off x="640080" y="2872899"/>
            <a:ext cx="4243589" cy="3320668"/>
          </a:xfrm>
        </p:spPr>
        <p:txBody>
          <a:bodyPr>
            <a:normAutofit lnSpcReduction="10000"/>
          </a:bodyPr>
          <a:lstStyle/>
          <a:p>
            <a:r>
              <a:rPr lang="en-AU" sz="1800" dirty="0" err="1"/>
              <a:t>Nvivo</a:t>
            </a:r>
            <a:endParaRPr lang="en-AU" sz="1800" dirty="0"/>
          </a:p>
          <a:p>
            <a:r>
              <a:rPr lang="en-AU" sz="1800" dirty="0" err="1"/>
              <a:t>webQDA</a:t>
            </a:r>
            <a:endParaRPr lang="en-AU" sz="1800" dirty="0"/>
          </a:p>
          <a:p>
            <a:r>
              <a:rPr lang="en-AU" sz="1800" dirty="0" err="1"/>
              <a:t>Quirkos</a:t>
            </a:r>
            <a:endParaRPr lang="en-AU" sz="1800" dirty="0"/>
          </a:p>
          <a:p>
            <a:r>
              <a:rPr lang="en-AU" sz="1800" dirty="0" err="1"/>
              <a:t>Atlas.TI</a:t>
            </a:r>
            <a:endParaRPr lang="en-AU" sz="1800" dirty="0"/>
          </a:p>
          <a:p>
            <a:pPr marL="0" indent="0">
              <a:buNone/>
            </a:pPr>
            <a:endParaRPr lang="en-AU" sz="1800" dirty="0"/>
          </a:p>
          <a:p>
            <a:pPr marL="0" indent="0">
              <a:buNone/>
            </a:pPr>
            <a:r>
              <a:rPr lang="en-AU" sz="1800" b="1" dirty="0"/>
              <a:t>Benefits: </a:t>
            </a:r>
            <a:r>
              <a:rPr lang="en-AU" sz="1800" dirty="0"/>
              <a:t>They can help with organisation and identify some simple patterns such as; how many? how often?</a:t>
            </a:r>
          </a:p>
          <a:p>
            <a:pPr marL="0" indent="0">
              <a:buNone/>
            </a:pPr>
            <a:r>
              <a:rPr lang="en-AU" sz="1800" b="1" dirty="0"/>
              <a:t>Limitations: </a:t>
            </a:r>
            <a:r>
              <a:rPr lang="en-AU" sz="1800" dirty="0"/>
              <a:t>QDAS do not actually analyse your data – they really help with organisation and counting words.</a:t>
            </a:r>
          </a:p>
        </p:txBody>
      </p:sp>
      <p:pic>
        <p:nvPicPr>
          <p:cNvPr id="4" name="Picture 3" descr="Sticky notes on a wall">
            <a:extLst>
              <a:ext uri="{FF2B5EF4-FFF2-40B4-BE49-F238E27FC236}">
                <a16:creationId xmlns:a16="http://schemas.microsoft.com/office/drawing/2014/main" id="{32BEB49D-84C0-50F8-A9F0-898CB6AC8A3D}"/>
              </a:ext>
            </a:extLst>
          </p:cNvPr>
          <p:cNvPicPr>
            <a:picLocks noChangeAspect="1"/>
          </p:cNvPicPr>
          <p:nvPr/>
        </p:nvPicPr>
        <p:blipFill rotWithShape="1">
          <a:blip r:embed="rId2"/>
          <a:srcRect l="15303" r="14737" b="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919529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990185-D8C1-3A0B-FE4C-8B9A2938A95E}"/>
              </a:ext>
            </a:extLst>
          </p:cNvPr>
          <p:cNvSpPr>
            <a:spLocks noGrp="1"/>
          </p:cNvSpPr>
          <p:nvPr>
            <p:ph type="title"/>
          </p:nvPr>
        </p:nvSpPr>
        <p:spPr>
          <a:xfrm>
            <a:off x="5297762" y="329184"/>
            <a:ext cx="6251110" cy="1783080"/>
          </a:xfrm>
        </p:spPr>
        <p:txBody>
          <a:bodyPr anchor="b">
            <a:normAutofit/>
          </a:bodyPr>
          <a:lstStyle/>
          <a:p>
            <a:r>
              <a:rPr lang="en-AU" sz="4600" b="1" dirty="0"/>
              <a:t>What are characteristics of Quantitative Research?</a:t>
            </a:r>
          </a:p>
        </p:txBody>
      </p:sp>
      <p:sp>
        <p:nvSpPr>
          <p:cNvPr id="15"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2D00D6BF-8E29-BA64-BBDD-A805BF804033}"/>
              </a:ext>
            </a:extLst>
          </p:cNvPr>
          <p:cNvSpPr>
            <a:spLocks noGrp="1"/>
          </p:cNvSpPr>
          <p:nvPr>
            <p:ph idx="1"/>
          </p:nvPr>
        </p:nvSpPr>
        <p:spPr>
          <a:xfrm>
            <a:off x="5102690" y="2674205"/>
            <a:ext cx="6723550" cy="3502758"/>
          </a:xfrm>
        </p:spPr>
        <p:txBody>
          <a:bodyPr>
            <a:normAutofit/>
          </a:bodyPr>
          <a:lstStyle/>
          <a:p>
            <a:pPr>
              <a:lnSpc>
                <a:spcPct val="100000"/>
              </a:lnSpc>
              <a:buFont typeface="+mj-lt"/>
              <a:buAutoNum type="arabicPeriod"/>
            </a:pPr>
            <a:r>
              <a:rPr lang="en-AU" sz="2200" b="1" dirty="0">
                <a:latin typeface="Lato Extended"/>
              </a:rPr>
              <a:t>Key Words: </a:t>
            </a:r>
            <a:r>
              <a:rPr lang="en-AU" sz="2200" dirty="0">
                <a:latin typeface="Lato Extended"/>
              </a:rPr>
              <a:t>Statistical, Confirmatory, Deductive?, Positivist, Objective?</a:t>
            </a:r>
            <a:endParaRPr lang="en-AU" sz="2200" b="0" i="0" dirty="0">
              <a:effectLst/>
              <a:latin typeface="Lato Extended"/>
            </a:endParaRPr>
          </a:p>
          <a:p>
            <a:pPr>
              <a:lnSpc>
                <a:spcPct val="100000"/>
              </a:lnSpc>
              <a:buFont typeface="+mj-lt"/>
              <a:buAutoNum type="arabicPeriod"/>
            </a:pPr>
            <a:r>
              <a:rPr lang="en-AU" sz="2200" b="1" dirty="0">
                <a:latin typeface="Lato Extended"/>
              </a:rPr>
              <a:t>Purpose: </a:t>
            </a:r>
            <a:r>
              <a:rPr lang="en-AU" sz="2200" dirty="0">
                <a:latin typeface="Lato Extended"/>
              </a:rPr>
              <a:t>To understand the phenomenon through objective measures that try to be generalisable</a:t>
            </a:r>
            <a:endParaRPr lang="en-AU" sz="2200" b="0" i="0" dirty="0">
              <a:effectLst/>
              <a:latin typeface="Lato Extended"/>
            </a:endParaRPr>
          </a:p>
          <a:p>
            <a:pPr>
              <a:lnSpc>
                <a:spcPct val="100000"/>
              </a:lnSpc>
              <a:buFont typeface="+mj-lt"/>
              <a:buAutoNum type="arabicPeriod"/>
            </a:pPr>
            <a:r>
              <a:rPr lang="en-AU" sz="2200" b="1" i="0" dirty="0">
                <a:effectLst/>
                <a:latin typeface="Lato Extended"/>
              </a:rPr>
              <a:t>Principle: </a:t>
            </a:r>
            <a:r>
              <a:rPr lang="en-AU" sz="2200" b="0" i="0" dirty="0">
                <a:effectLst/>
                <a:latin typeface="Lato Extended"/>
              </a:rPr>
              <a:t>To be objective and prove relationships</a:t>
            </a:r>
          </a:p>
          <a:p>
            <a:pPr>
              <a:lnSpc>
                <a:spcPct val="100000"/>
              </a:lnSpc>
              <a:buFont typeface="+mj-lt"/>
              <a:buAutoNum type="arabicPeriod"/>
            </a:pPr>
            <a:endParaRPr lang="en-AU" sz="2200" b="0" i="0" dirty="0">
              <a:effectLst/>
              <a:latin typeface="Lato Extended"/>
            </a:endParaRPr>
          </a:p>
          <a:p>
            <a:pPr>
              <a:lnSpc>
                <a:spcPct val="100000"/>
              </a:lnSpc>
            </a:pPr>
            <a:endParaRPr lang="en-AU" sz="2200" dirty="0"/>
          </a:p>
        </p:txBody>
      </p:sp>
      <p:sp>
        <p:nvSpPr>
          <p:cNvPr id="3" name="Date Placeholder 2">
            <a:extLst>
              <a:ext uri="{FF2B5EF4-FFF2-40B4-BE49-F238E27FC236}">
                <a16:creationId xmlns:a16="http://schemas.microsoft.com/office/drawing/2014/main" id="{36481556-7D17-611C-5583-5C534FAF1D7A}"/>
              </a:ext>
            </a:extLst>
          </p:cNvPr>
          <p:cNvSpPr>
            <a:spLocks noGrp="1"/>
          </p:cNvSpPr>
          <p:nvPr>
            <p:ph type="dt" sz="half" idx="10"/>
          </p:nvPr>
        </p:nvSpPr>
        <p:spPr/>
        <p:txBody>
          <a:bodyPr/>
          <a:lstStyle/>
          <a:p>
            <a:fld id="{1AB2F99D-7C5D-C84E-9733-5D29C37B8F77}" type="datetime1">
              <a:rPr lang="en-AU" smtClean="0"/>
              <a:t>21/9/2026</a:t>
            </a:fld>
            <a:endParaRPr lang="en-AU"/>
          </a:p>
        </p:txBody>
      </p:sp>
      <p:sp>
        <p:nvSpPr>
          <p:cNvPr id="4" name="Slide Number Placeholder 3">
            <a:extLst>
              <a:ext uri="{FF2B5EF4-FFF2-40B4-BE49-F238E27FC236}">
                <a16:creationId xmlns:a16="http://schemas.microsoft.com/office/drawing/2014/main" id="{38ECCCDF-A1E9-CB0C-5BFC-DB08DC5B9D91}"/>
              </a:ext>
            </a:extLst>
          </p:cNvPr>
          <p:cNvSpPr>
            <a:spLocks noGrp="1"/>
          </p:cNvSpPr>
          <p:nvPr>
            <p:ph type="sldNum" sz="quarter" idx="12"/>
          </p:nvPr>
        </p:nvSpPr>
        <p:spPr/>
        <p:txBody>
          <a:bodyPr/>
          <a:lstStyle/>
          <a:p>
            <a:fld id="{D4CAF7D6-E98F-4CB1-96BA-0FE1CB050375}" type="slidenum">
              <a:rPr lang="en-AU" smtClean="0"/>
              <a:t>14</a:t>
            </a:fld>
            <a:endParaRPr lang="en-AU"/>
          </a:p>
        </p:txBody>
      </p:sp>
      <p:pic>
        <p:nvPicPr>
          <p:cNvPr id="5" name="Picture 4" descr="Cartoon checklist and pencil">
            <a:extLst>
              <a:ext uri="{FF2B5EF4-FFF2-40B4-BE49-F238E27FC236}">
                <a16:creationId xmlns:a16="http://schemas.microsoft.com/office/drawing/2014/main" id="{4DF797CC-0E4F-1262-E622-6C6B2151AC41}"/>
              </a:ext>
            </a:extLst>
          </p:cNvPr>
          <p:cNvPicPr>
            <a:picLocks noChangeAspect="1"/>
          </p:cNvPicPr>
          <p:nvPr/>
        </p:nvPicPr>
        <p:blipFill>
          <a:blip r:embed="rId3">
            <a:extLst>
              <a:ext uri="{28A0092B-C50C-407E-A947-70E740481C1C}">
                <a14:useLocalDpi xmlns:a14="http://schemas.microsoft.com/office/drawing/2010/main" val="0"/>
              </a:ext>
            </a:extLst>
          </a:blip>
          <a:srcRect l="27740" r="21326"/>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2626341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990185-D8C1-3A0B-FE4C-8B9A2938A95E}"/>
              </a:ext>
            </a:extLst>
          </p:cNvPr>
          <p:cNvSpPr>
            <a:spLocks noGrp="1"/>
          </p:cNvSpPr>
          <p:nvPr>
            <p:ph type="title"/>
          </p:nvPr>
        </p:nvSpPr>
        <p:spPr>
          <a:xfrm>
            <a:off x="5297762" y="329184"/>
            <a:ext cx="6251110" cy="1783080"/>
          </a:xfrm>
        </p:spPr>
        <p:txBody>
          <a:bodyPr anchor="b">
            <a:normAutofit/>
          </a:bodyPr>
          <a:lstStyle/>
          <a:p>
            <a:r>
              <a:rPr lang="en-AU" sz="5000" b="1"/>
              <a:t>Quantitative Analysis: Let’s make sense of it all</a:t>
            </a:r>
          </a:p>
        </p:txBody>
      </p:sp>
      <p:sp>
        <p:nvSpPr>
          <p:cNvPr id="33"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7E9BAC0-0CA8-63B7-5861-6E78F6EE76C1}"/>
              </a:ext>
            </a:extLst>
          </p:cNvPr>
          <p:cNvSpPr>
            <a:spLocks noGrp="1"/>
          </p:cNvSpPr>
          <p:nvPr>
            <p:ph idx="1"/>
          </p:nvPr>
        </p:nvSpPr>
        <p:spPr>
          <a:xfrm>
            <a:off x="5297762" y="2706624"/>
            <a:ext cx="6251110" cy="3483864"/>
          </a:xfrm>
        </p:spPr>
        <p:txBody>
          <a:bodyPr>
            <a:normAutofit/>
          </a:bodyPr>
          <a:lstStyle/>
          <a:p>
            <a:pPr fontAlgn="base"/>
            <a:r>
              <a:rPr lang="en-AU" sz="2200"/>
              <a:t>Factor Analyses</a:t>
            </a:r>
            <a:r>
              <a:rPr lang="en-US" sz="2200"/>
              <a:t>​</a:t>
            </a:r>
          </a:p>
          <a:p>
            <a:pPr fontAlgn="base"/>
            <a:r>
              <a:rPr lang="en-AU" sz="2200"/>
              <a:t>Multiple Regressions</a:t>
            </a:r>
            <a:r>
              <a:rPr lang="en-US" sz="2200"/>
              <a:t>​</a:t>
            </a:r>
          </a:p>
          <a:p>
            <a:pPr fontAlgn="base"/>
            <a:r>
              <a:rPr lang="en-AU" sz="2200"/>
              <a:t>Comparative Stats​</a:t>
            </a:r>
          </a:p>
        </p:txBody>
      </p:sp>
      <p:sp>
        <p:nvSpPr>
          <p:cNvPr id="4" name="Date Placeholder 3">
            <a:extLst>
              <a:ext uri="{FF2B5EF4-FFF2-40B4-BE49-F238E27FC236}">
                <a16:creationId xmlns:a16="http://schemas.microsoft.com/office/drawing/2014/main" id="{E853D221-742D-5A14-AFAA-85D41463D0F5}"/>
              </a:ext>
            </a:extLst>
          </p:cNvPr>
          <p:cNvSpPr>
            <a:spLocks noGrp="1"/>
          </p:cNvSpPr>
          <p:nvPr>
            <p:ph type="dt" sz="half" idx="10"/>
          </p:nvPr>
        </p:nvSpPr>
        <p:spPr>
          <a:xfrm>
            <a:off x="838200" y="6356350"/>
            <a:ext cx="2743200" cy="365125"/>
          </a:xfrm>
        </p:spPr>
        <p:txBody>
          <a:bodyPr>
            <a:normAutofit/>
          </a:bodyPr>
          <a:lstStyle/>
          <a:p>
            <a:pPr>
              <a:spcAft>
                <a:spcPts val="600"/>
              </a:spcAft>
            </a:pPr>
            <a:fld id="{C539F353-1497-B942-B7AC-1583387EACD1}" type="datetime1">
              <a:rPr lang="en-AU">
                <a:solidFill>
                  <a:srgbClr val="FFFFFF"/>
                </a:solidFill>
              </a:rPr>
              <a:pPr>
                <a:spcAft>
                  <a:spcPts val="600"/>
                </a:spcAft>
              </a:pPr>
              <a:t>21/9/2026</a:t>
            </a:fld>
            <a:endParaRPr lang="en-AU">
              <a:solidFill>
                <a:srgbClr val="FFFFFF"/>
              </a:solidFill>
            </a:endParaRPr>
          </a:p>
        </p:txBody>
      </p:sp>
      <p:sp>
        <p:nvSpPr>
          <p:cNvPr id="5" name="Slide Number Placeholder 4">
            <a:extLst>
              <a:ext uri="{FF2B5EF4-FFF2-40B4-BE49-F238E27FC236}">
                <a16:creationId xmlns:a16="http://schemas.microsoft.com/office/drawing/2014/main" id="{61C38E64-F60C-438F-B0A6-8E3E550C1886}"/>
              </a:ext>
            </a:extLst>
          </p:cNvPr>
          <p:cNvSpPr>
            <a:spLocks noGrp="1"/>
          </p:cNvSpPr>
          <p:nvPr>
            <p:ph type="sldNum" sz="quarter" idx="12"/>
          </p:nvPr>
        </p:nvSpPr>
        <p:spPr>
          <a:xfrm>
            <a:off x="10052978" y="6356350"/>
            <a:ext cx="1300821" cy="365125"/>
          </a:xfrm>
        </p:spPr>
        <p:txBody>
          <a:bodyPr>
            <a:normAutofit/>
          </a:bodyPr>
          <a:lstStyle/>
          <a:p>
            <a:pPr>
              <a:spcAft>
                <a:spcPts val="600"/>
              </a:spcAft>
            </a:pPr>
            <a:fld id="{D4CAF7D6-E98F-4CB1-96BA-0FE1CB050375}" type="slidenum">
              <a:rPr lang="en-AU" smtClean="0"/>
              <a:pPr>
                <a:spcAft>
                  <a:spcPts val="600"/>
                </a:spcAft>
              </a:pPr>
              <a:t>15</a:t>
            </a:fld>
            <a:endParaRPr lang="en-AU"/>
          </a:p>
        </p:txBody>
      </p:sp>
      <p:pic>
        <p:nvPicPr>
          <p:cNvPr id="6" name="Picture 5" descr="Cartoon checklist and pencil">
            <a:extLst>
              <a:ext uri="{FF2B5EF4-FFF2-40B4-BE49-F238E27FC236}">
                <a16:creationId xmlns:a16="http://schemas.microsoft.com/office/drawing/2014/main" id="{5A8047F3-64BA-DEBE-0F80-62547CB1E619}"/>
              </a:ext>
            </a:extLst>
          </p:cNvPr>
          <p:cNvPicPr>
            <a:picLocks noChangeAspect="1"/>
          </p:cNvPicPr>
          <p:nvPr/>
        </p:nvPicPr>
        <p:blipFill>
          <a:blip r:embed="rId3">
            <a:extLst>
              <a:ext uri="{28A0092B-C50C-407E-A947-70E740481C1C}">
                <a14:useLocalDpi xmlns:a14="http://schemas.microsoft.com/office/drawing/2010/main" val="0"/>
              </a:ext>
            </a:extLst>
          </a:blip>
          <a:srcRect l="27740" r="21326"/>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3018727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928F36-B830-5C1C-5ECE-FC81B7743F1F}"/>
            </a:ext>
          </a:extLst>
        </p:cNvPr>
        <p:cNvGrpSpPr/>
        <p:nvPr/>
      </p:nvGrpSpPr>
      <p:grpSpPr>
        <a:xfrm>
          <a:off x="0" y="0"/>
          <a:ext cx="0" cy="0"/>
          <a:chOff x="0" y="0"/>
          <a:chExt cx="0" cy="0"/>
        </a:xfrm>
      </p:grpSpPr>
      <p:sp useBgFill="1">
        <p:nvSpPr>
          <p:cNvPr id="400" name="Rectangle 39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a:extLst>
              <a:ext uri="{FF2B5EF4-FFF2-40B4-BE49-F238E27FC236}">
                <a16:creationId xmlns:a16="http://schemas.microsoft.com/office/drawing/2014/main" id="{AE8BA5C3-C705-9895-5E58-EA2BAD530FD2}"/>
              </a:ext>
            </a:extLst>
          </p:cNvPr>
          <p:cNvSpPr>
            <a:spLocks noGrp="1"/>
          </p:cNvSpPr>
          <p:nvPr>
            <p:ph type="title"/>
          </p:nvPr>
        </p:nvSpPr>
        <p:spPr>
          <a:xfrm>
            <a:off x="5297762" y="329184"/>
            <a:ext cx="6251110" cy="1783080"/>
          </a:xfrm>
        </p:spPr>
        <p:txBody>
          <a:bodyPr anchor="b">
            <a:normAutofit/>
          </a:bodyPr>
          <a:lstStyle/>
          <a:p>
            <a:r>
              <a:rPr lang="en-AU" sz="4600" b="1"/>
              <a:t>So you’ve done a survey: preparing for analysis</a:t>
            </a:r>
          </a:p>
        </p:txBody>
      </p:sp>
      <p:sp>
        <p:nvSpPr>
          <p:cNvPr id="40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Content Placeholder 2">
            <a:extLst>
              <a:ext uri="{FF2B5EF4-FFF2-40B4-BE49-F238E27FC236}">
                <a16:creationId xmlns:a16="http://schemas.microsoft.com/office/drawing/2014/main" id="{261581DC-1560-044E-A4C2-A28703DFB6F6}"/>
              </a:ext>
            </a:extLst>
          </p:cNvPr>
          <p:cNvSpPr>
            <a:spLocks noGrp="1"/>
          </p:cNvSpPr>
          <p:nvPr>
            <p:ph idx="1"/>
          </p:nvPr>
        </p:nvSpPr>
        <p:spPr>
          <a:xfrm>
            <a:off x="5297762" y="2706624"/>
            <a:ext cx="6251110" cy="3483864"/>
          </a:xfrm>
        </p:spPr>
        <p:txBody>
          <a:bodyPr>
            <a:normAutofit/>
          </a:bodyPr>
          <a:lstStyle/>
          <a:p>
            <a:r>
              <a:rPr lang="en-AU" sz="2200" dirty="0"/>
              <a:t>Export from Qualtrics/Google Forms/Microsoft Forms/Survey Monkey</a:t>
            </a:r>
          </a:p>
          <a:p>
            <a:r>
              <a:rPr lang="en-AU" sz="2200" dirty="0"/>
              <a:t>Remove incomplete entries</a:t>
            </a:r>
          </a:p>
          <a:p>
            <a:r>
              <a:rPr lang="en-AU" sz="2200" dirty="0"/>
              <a:t>Ensure consistency of responses to scales (reverse any that need reversing)</a:t>
            </a:r>
          </a:p>
          <a:p>
            <a:r>
              <a:rPr lang="en-AU" sz="2200" dirty="0"/>
              <a:t>Convert categorical demographic data into numerical values</a:t>
            </a:r>
          </a:p>
          <a:p>
            <a:endParaRPr lang="en-AU" sz="2200" dirty="0"/>
          </a:p>
          <a:p>
            <a:pPr lvl="1"/>
            <a:endParaRPr lang="en-AU" sz="2200" dirty="0"/>
          </a:p>
          <a:p>
            <a:pPr marL="457200" lvl="1" indent="0">
              <a:buNone/>
            </a:pPr>
            <a:endParaRPr lang="en-AU" sz="2200" dirty="0"/>
          </a:p>
          <a:p>
            <a:endParaRPr lang="en-AU" sz="2200" dirty="0"/>
          </a:p>
          <a:p>
            <a:endParaRPr lang="en-AU" sz="2200" dirty="0"/>
          </a:p>
        </p:txBody>
      </p:sp>
      <p:pic>
        <p:nvPicPr>
          <p:cNvPr id="8" name="Picture 7" descr="Cartoon checklist and pencil">
            <a:extLst>
              <a:ext uri="{FF2B5EF4-FFF2-40B4-BE49-F238E27FC236}">
                <a16:creationId xmlns:a16="http://schemas.microsoft.com/office/drawing/2014/main" id="{7A521A49-8538-B7C1-6509-E6D6D1397C0C}"/>
              </a:ext>
            </a:extLst>
          </p:cNvPr>
          <p:cNvPicPr>
            <a:picLocks noChangeAspect="1"/>
          </p:cNvPicPr>
          <p:nvPr/>
        </p:nvPicPr>
        <p:blipFill>
          <a:blip r:embed="rId2">
            <a:extLst>
              <a:ext uri="{28A0092B-C50C-407E-A947-70E740481C1C}">
                <a14:useLocalDpi xmlns:a14="http://schemas.microsoft.com/office/drawing/2010/main" val="0"/>
              </a:ext>
            </a:extLst>
          </a:blip>
          <a:srcRect l="27740" r="21326"/>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2042395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B50C86-AD7F-1B2F-BA03-C490F95F90AC}"/>
            </a:ext>
          </a:extLst>
        </p:cNvPr>
        <p:cNvGrpSpPr/>
        <p:nvPr/>
      </p:nvGrpSpPr>
      <p:grpSpPr>
        <a:xfrm>
          <a:off x="0" y="0"/>
          <a:ext cx="0" cy="0"/>
          <a:chOff x="0" y="0"/>
          <a:chExt cx="0" cy="0"/>
        </a:xfrm>
      </p:grpSpPr>
      <p:sp useBgFill="1">
        <p:nvSpPr>
          <p:cNvPr id="400" name="Rectangle 39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5996A0-E67C-7531-40BD-F7922E98E172}"/>
              </a:ext>
            </a:extLst>
          </p:cNvPr>
          <p:cNvSpPr>
            <a:spLocks noGrp="1"/>
          </p:cNvSpPr>
          <p:nvPr>
            <p:ph type="title"/>
          </p:nvPr>
        </p:nvSpPr>
        <p:spPr>
          <a:xfrm>
            <a:off x="5297762" y="329184"/>
            <a:ext cx="6251110" cy="1783080"/>
          </a:xfrm>
        </p:spPr>
        <p:txBody>
          <a:bodyPr anchor="b">
            <a:normAutofit/>
          </a:bodyPr>
          <a:lstStyle/>
          <a:p>
            <a:r>
              <a:rPr lang="en-AU" sz="4600" b="1"/>
              <a:t>So you’ve done a survey: preparing for analysis</a:t>
            </a:r>
          </a:p>
        </p:txBody>
      </p:sp>
      <p:sp>
        <p:nvSpPr>
          <p:cNvPr id="40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Content Placeholder 2">
            <a:extLst>
              <a:ext uri="{FF2B5EF4-FFF2-40B4-BE49-F238E27FC236}">
                <a16:creationId xmlns:a16="http://schemas.microsoft.com/office/drawing/2014/main" id="{9FF18308-A67B-A31A-80D9-E2AE77AD84B0}"/>
              </a:ext>
            </a:extLst>
          </p:cNvPr>
          <p:cNvSpPr>
            <a:spLocks noGrp="1"/>
          </p:cNvSpPr>
          <p:nvPr>
            <p:ph idx="1"/>
          </p:nvPr>
        </p:nvSpPr>
        <p:spPr>
          <a:xfrm>
            <a:off x="5297762" y="2706624"/>
            <a:ext cx="6251110" cy="3483864"/>
          </a:xfrm>
        </p:spPr>
        <p:txBody>
          <a:bodyPr>
            <a:normAutofit/>
          </a:bodyPr>
          <a:lstStyle/>
          <a:p>
            <a:r>
              <a:rPr lang="en-AU" sz="2200"/>
              <a:t>Do you have enough participants?</a:t>
            </a:r>
          </a:p>
          <a:p>
            <a:r>
              <a:rPr lang="en-AU" sz="2200"/>
              <a:t>Did you design your own instrument?</a:t>
            </a:r>
          </a:p>
          <a:p>
            <a:r>
              <a:rPr lang="en-AU" sz="2200"/>
              <a:t>Do you have multiple-item scales? </a:t>
            </a:r>
          </a:p>
          <a:p>
            <a:r>
              <a:rPr lang="en-AU" sz="2200"/>
              <a:t>What relationships are you interested in understanding?</a:t>
            </a:r>
          </a:p>
          <a:p>
            <a:pPr lvl="1"/>
            <a:endParaRPr lang="en-AU" sz="2200"/>
          </a:p>
          <a:p>
            <a:pPr marL="457200" lvl="1" indent="0">
              <a:buNone/>
            </a:pPr>
            <a:endParaRPr lang="en-AU" sz="2200"/>
          </a:p>
          <a:p>
            <a:endParaRPr lang="en-AU" sz="2200"/>
          </a:p>
          <a:p>
            <a:endParaRPr lang="en-AU" sz="2200"/>
          </a:p>
        </p:txBody>
      </p:sp>
      <p:pic>
        <p:nvPicPr>
          <p:cNvPr id="4" name="Picture 3" descr="Cartoon checklist and pencil">
            <a:extLst>
              <a:ext uri="{FF2B5EF4-FFF2-40B4-BE49-F238E27FC236}">
                <a16:creationId xmlns:a16="http://schemas.microsoft.com/office/drawing/2014/main" id="{CEEBB52D-8B1C-2BDA-4E3E-65ABC8DB768D}"/>
              </a:ext>
            </a:extLst>
          </p:cNvPr>
          <p:cNvPicPr>
            <a:picLocks noChangeAspect="1"/>
          </p:cNvPicPr>
          <p:nvPr/>
        </p:nvPicPr>
        <p:blipFill>
          <a:blip r:embed="rId2">
            <a:extLst>
              <a:ext uri="{28A0092B-C50C-407E-A947-70E740481C1C}">
                <a14:useLocalDpi xmlns:a14="http://schemas.microsoft.com/office/drawing/2010/main" val="0"/>
              </a:ext>
            </a:extLst>
          </a:blip>
          <a:srcRect l="27740" r="21326"/>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4135835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97B195-8FF8-76E7-5900-523213BD41AE}"/>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6CC04A-BE79-B1C6-27B3-C9E3FE672B1D}"/>
              </a:ext>
            </a:extLst>
          </p:cNvPr>
          <p:cNvSpPr>
            <a:spLocks noGrp="1"/>
          </p:cNvSpPr>
          <p:nvPr>
            <p:ph type="title"/>
          </p:nvPr>
        </p:nvSpPr>
        <p:spPr>
          <a:xfrm>
            <a:off x="5297762" y="329184"/>
            <a:ext cx="6251110" cy="1783080"/>
          </a:xfrm>
        </p:spPr>
        <p:txBody>
          <a:bodyPr anchor="b">
            <a:normAutofit/>
          </a:bodyPr>
          <a:lstStyle/>
          <a:p>
            <a:r>
              <a:rPr lang="en-AU" sz="5400" b="1"/>
              <a:t>Introduction to Factor Analysis</a:t>
            </a:r>
          </a:p>
        </p:txBody>
      </p:sp>
      <p:pic>
        <p:nvPicPr>
          <p:cNvPr id="7" name="Picture 6" descr="Cartoon checklist and pencil">
            <a:extLst>
              <a:ext uri="{FF2B5EF4-FFF2-40B4-BE49-F238E27FC236}">
                <a16:creationId xmlns:a16="http://schemas.microsoft.com/office/drawing/2014/main" id="{60B25BD2-BEA2-3FE0-999D-2B79D85AE426}"/>
              </a:ext>
            </a:extLst>
          </p:cNvPr>
          <p:cNvPicPr>
            <a:picLocks noChangeAspect="1"/>
          </p:cNvPicPr>
          <p:nvPr/>
        </p:nvPicPr>
        <p:blipFill>
          <a:blip r:embed="rId3">
            <a:extLst>
              <a:ext uri="{28A0092B-C50C-407E-A947-70E740481C1C}">
                <a14:useLocalDpi xmlns:a14="http://schemas.microsoft.com/office/drawing/2010/main" val="0"/>
              </a:ext>
            </a:extLst>
          </a:blip>
          <a:srcRect l="27740" r="21326"/>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40"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3AF8C3D-E0DD-FEA8-ADA7-FDE1428FBCFA}"/>
              </a:ext>
            </a:extLst>
          </p:cNvPr>
          <p:cNvSpPr>
            <a:spLocks noGrp="1"/>
          </p:cNvSpPr>
          <p:nvPr>
            <p:ph idx="1"/>
          </p:nvPr>
        </p:nvSpPr>
        <p:spPr>
          <a:xfrm>
            <a:off x="5297762" y="2706624"/>
            <a:ext cx="6251110" cy="3483864"/>
          </a:xfrm>
        </p:spPr>
        <p:txBody>
          <a:bodyPr>
            <a:normAutofit/>
          </a:bodyPr>
          <a:lstStyle/>
          <a:p>
            <a:pPr marL="0" indent="0" fontAlgn="base">
              <a:buNone/>
            </a:pPr>
            <a:r>
              <a:rPr lang="en-AU" sz="2200" dirty="0"/>
              <a:t>Helps validate constructs being measured</a:t>
            </a:r>
          </a:p>
          <a:p>
            <a:pPr fontAlgn="base"/>
            <a:r>
              <a:rPr lang="en-AU" sz="2200" dirty="0"/>
              <a:t>Exploratory: what is the possible structure of variables shaping the observable phenomenon?</a:t>
            </a:r>
          </a:p>
          <a:p>
            <a:pPr fontAlgn="base"/>
            <a:r>
              <a:rPr lang="en-AU" sz="2200" dirty="0"/>
              <a:t>Confirmatory: verifying structure of variables shaping the observable phenomenon</a:t>
            </a:r>
          </a:p>
          <a:p>
            <a:pPr fontAlgn="base"/>
            <a:endParaRPr lang="en-AU" sz="2200" dirty="0"/>
          </a:p>
        </p:txBody>
      </p:sp>
      <p:sp>
        <p:nvSpPr>
          <p:cNvPr id="4" name="Date Placeholder 3">
            <a:extLst>
              <a:ext uri="{FF2B5EF4-FFF2-40B4-BE49-F238E27FC236}">
                <a16:creationId xmlns:a16="http://schemas.microsoft.com/office/drawing/2014/main" id="{343B0A0E-3729-8F73-50FC-D18111846475}"/>
              </a:ext>
            </a:extLst>
          </p:cNvPr>
          <p:cNvSpPr>
            <a:spLocks noGrp="1"/>
          </p:cNvSpPr>
          <p:nvPr>
            <p:ph type="dt" sz="half" idx="10"/>
          </p:nvPr>
        </p:nvSpPr>
        <p:spPr>
          <a:xfrm>
            <a:off x="838200" y="6356350"/>
            <a:ext cx="2743200" cy="365125"/>
          </a:xfrm>
        </p:spPr>
        <p:txBody>
          <a:bodyPr>
            <a:normAutofit/>
          </a:bodyPr>
          <a:lstStyle/>
          <a:p>
            <a:pPr>
              <a:spcAft>
                <a:spcPts val="600"/>
              </a:spcAft>
            </a:pPr>
            <a:fld id="{C539F353-1497-B942-B7AC-1583387EACD1}" type="datetime1">
              <a:rPr lang="en-AU">
                <a:solidFill>
                  <a:srgbClr val="FFFFFF"/>
                </a:solidFill>
              </a:rPr>
              <a:pPr>
                <a:spcAft>
                  <a:spcPts val="600"/>
                </a:spcAft>
              </a:pPr>
              <a:t>21/9/2026</a:t>
            </a:fld>
            <a:endParaRPr lang="en-AU">
              <a:solidFill>
                <a:srgbClr val="FFFFFF"/>
              </a:solidFill>
            </a:endParaRPr>
          </a:p>
        </p:txBody>
      </p:sp>
      <p:sp>
        <p:nvSpPr>
          <p:cNvPr id="5" name="Slide Number Placeholder 4">
            <a:extLst>
              <a:ext uri="{FF2B5EF4-FFF2-40B4-BE49-F238E27FC236}">
                <a16:creationId xmlns:a16="http://schemas.microsoft.com/office/drawing/2014/main" id="{EAF940F2-60FF-AD68-43C6-D2AE33B41834}"/>
              </a:ext>
            </a:extLst>
          </p:cNvPr>
          <p:cNvSpPr>
            <a:spLocks noGrp="1"/>
          </p:cNvSpPr>
          <p:nvPr>
            <p:ph type="sldNum" sz="quarter" idx="12"/>
          </p:nvPr>
        </p:nvSpPr>
        <p:spPr>
          <a:xfrm>
            <a:off x="10052978" y="6356350"/>
            <a:ext cx="1300821" cy="365125"/>
          </a:xfrm>
        </p:spPr>
        <p:txBody>
          <a:bodyPr>
            <a:normAutofit/>
          </a:bodyPr>
          <a:lstStyle/>
          <a:p>
            <a:pPr>
              <a:spcAft>
                <a:spcPts val="600"/>
              </a:spcAft>
            </a:pPr>
            <a:fld id="{D4CAF7D6-E98F-4CB1-96BA-0FE1CB050375}" type="slidenum">
              <a:rPr lang="en-AU"/>
              <a:pPr>
                <a:spcAft>
                  <a:spcPts val="600"/>
                </a:spcAft>
              </a:pPr>
              <a:t>18</a:t>
            </a:fld>
            <a:endParaRPr lang="en-AU"/>
          </a:p>
        </p:txBody>
      </p:sp>
    </p:spTree>
    <p:extLst>
      <p:ext uri="{BB962C8B-B14F-4D97-AF65-F5344CB8AC3E}">
        <p14:creationId xmlns:p14="http://schemas.microsoft.com/office/powerpoint/2010/main" val="237793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FEF181-DC3C-A486-5DE3-D2FDC6574AFF}"/>
            </a:ext>
          </a:extLst>
        </p:cNvPr>
        <p:cNvGrpSpPr/>
        <p:nvPr/>
      </p:nvGrpSpPr>
      <p:grpSpPr>
        <a:xfrm>
          <a:off x="0" y="0"/>
          <a:ext cx="0" cy="0"/>
          <a:chOff x="0" y="0"/>
          <a:chExt cx="0" cy="0"/>
        </a:xfrm>
      </p:grpSpPr>
      <p:sp useBgFill="1">
        <p:nvSpPr>
          <p:cNvPr id="400" name="Rectangle 399">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BA9884-FC99-7644-6C6E-90C149E9102A}"/>
              </a:ext>
            </a:extLst>
          </p:cNvPr>
          <p:cNvSpPr>
            <a:spLocks noGrp="1"/>
          </p:cNvSpPr>
          <p:nvPr>
            <p:ph type="title"/>
          </p:nvPr>
        </p:nvSpPr>
        <p:spPr>
          <a:xfrm>
            <a:off x="5297762" y="329184"/>
            <a:ext cx="6251110" cy="1783080"/>
          </a:xfrm>
        </p:spPr>
        <p:txBody>
          <a:bodyPr anchor="b">
            <a:normAutofit/>
          </a:bodyPr>
          <a:lstStyle/>
          <a:p>
            <a:r>
              <a:rPr lang="en-AU" sz="4200" b="1"/>
              <a:t>Quantitative Analysis: Validity and Generalisability</a:t>
            </a:r>
          </a:p>
        </p:txBody>
      </p:sp>
      <p:pic>
        <p:nvPicPr>
          <p:cNvPr id="4" name="Picture 3" descr="Cartoon checklist and pencil">
            <a:extLst>
              <a:ext uri="{FF2B5EF4-FFF2-40B4-BE49-F238E27FC236}">
                <a16:creationId xmlns:a16="http://schemas.microsoft.com/office/drawing/2014/main" id="{7438D889-FDA8-49FD-7BF7-B6767927302B}"/>
              </a:ext>
            </a:extLst>
          </p:cNvPr>
          <p:cNvPicPr>
            <a:picLocks noChangeAspect="1"/>
          </p:cNvPicPr>
          <p:nvPr/>
        </p:nvPicPr>
        <p:blipFill>
          <a:blip r:embed="rId2">
            <a:extLst>
              <a:ext uri="{28A0092B-C50C-407E-A947-70E740481C1C}">
                <a14:useLocalDpi xmlns:a14="http://schemas.microsoft.com/office/drawing/2010/main" val="0"/>
              </a:ext>
            </a:extLst>
          </a:blip>
          <a:srcRect l="27740" r="21326"/>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402"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Content Placeholder 2">
            <a:extLst>
              <a:ext uri="{FF2B5EF4-FFF2-40B4-BE49-F238E27FC236}">
                <a16:creationId xmlns:a16="http://schemas.microsoft.com/office/drawing/2014/main" id="{5DC4F9B6-8E9C-30FA-D09F-F08F2F02D2B5}"/>
              </a:ext>
            </a:extLst>
          </p:cNvPr>
          <p:cNvSpPr>
            <a:spLocks noGrp="1"/>
          </p:cNvSpPr>
          <p:nvPr>
            <p:ph idx="1"/>
          </p:nvPr>
        </p:nvSpPr>
        <p:spPr>
          <a:xfrm>
            <a:off x="5297762" y="2706624"/>
            <a:ext cx="6251110" cy="3483864"/>
          </a:xfrm>
        </p:spPr>
        <p:txBody>
          <a:bodyPr>
            <a:normAutofit/>
          </a:bodyPr>
          <a:lstStyle/>
          <a:p>
            <a:r>
              <a:rPr lang="en-AU" sz="1700"/>
              <a:t>Content validity: are items representative of the phenomenon?</a:t>
            </a:r>
          </a:p>
          <a:p>
            <a:r>
              <a:rPr lang="en-AU" sz="1700"/>
              <a:t>Face validity:  are items interpretable by target population?</a:t>
            </a:r>
          </a:p>
          <a:p>
            <a:r>
              <a:rPr lang="en-AU" sz="1700"/>
              <a:t>Criterion validity: how does the survey compare to other instruments used to measure the construct?</a:t>
            </a:r>
          </a:p>
          <a:p>
            <a:r>
              <a:rPr lang="en-AU" sz="1700"/>
              <a:t>Construct validity: did the items measure the construct they intended to?</a:t>
            </a:r>
          </a:p>
          <a:p>
            <a:r>
              <a:rPr lang="en-AU" sz="1700"/>
              <a:t>Reliability- Are each group of items interrelated and measure the same construct?</a:t>
            </a:r>
          </a:p>
          <a:p>
            <a:r>
              <a:rPr lang="en-AU" sz="1700"/>
              <a:t>Generalisability – Can the instrument be used with other cohorts? </a:t>
            </a:r>
          </a:p>
          <a:p>
            <a:endParaRPr lang="en-AU" sz="1700"/>
          </a:p>
        </p:txBody>
      </p:sp>
    </p:spTree>
    <p:extLst>
      <p:ext uri="{BB962C8B-B14F-4D97-AF65-F5344CB8AC3E}">
        <p14:creationId xmlns:p14="http://schemas.microsoft.com/office/powerpoint/2010/main" val="411663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4EED3A-B35E-CE37-F081-C44998EA26D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CF66BD-3CAE-0E66-C646-3F1A27055660}"/>
              </a:ext>
            </a:extLst>
          </p:cNvPr>
          <p:cNvSpPr>
            <a:spLocks noGrp="1"/>
          </p:cNvSpPr>
          <p:nvPr>
            <p:ph type="title"/>
          </p:nvPr>
        </p:nvSpPr>
        <p:spPr>
          <a:xfrm>
            <a:off x="640080" y="325369"/>
            <a:ext cx="4368602" cy="1956841"/>
          </a:xfrm>
        </p:spPr>
        <p:txBody>
          <a:bodyPr anchor="b">
            <a:normAutofit/>
          </a:bodyPr>
          <a:lstStyle/>
          <a:p>
            <a:r>
              <a:rPr lang="en-AU" sz="4600" b="1"/>
              <a:t>Quantitative Data Analysis Software</a:t>
            </a:r>
          </a:p>
        </p:txBody>
      </p:sp>
      <p:sp>
        <p:nvSpPr>
          <p:cNvPr id="11"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DA6C10A-B48C-13F2-D9A0-837EC6996708}"/>
              </a:ext>
            </a:extLst>
          </p:cNvPr>
          <p:cNvSpPr>
            <a:spLocks noGrp="1"/>
          </p:cNvSpPr>
          <p:nvPr>
            <p:ph idx="1"/>
          </p:nvPr>
        </p:nvSpPr>
        <p:spPr>
          <a:xfrm>
            <a:off x="640080" y="2872899"/>
            <a:ext cx="4243589" cy="3320668"/>
          </a:xfrm>
        </p:spPr>
        <p:txBody>
          <a:bodyPr>
            <a:noAutofit/>
          </a:bodyPr>
          <a:lstStyle/>
          <a:p>
            <a:r>
              <a:rPr lang="en-AU" sz="1800" dirty="0"/>
              <a:t>SPSS</a:t>
            </a:r>
          </a:p>
          <a:p>
            <a:r>
              <a:rPr lang="en-AU" sz="1800" dirty="0"/>
              <a:t>R</a:t>
            </a:r>
          </a:p>
          <a:p>
            <a:r>
              <a:rPr lang="en-AU" sz="1800" dirty="0"/>
              <a:t>Stata</a:t>
            </a:r>
          </a:p>
          <a:p>
            <a:r>
              <a:rPr lang="en-AU" sz="1800" dirty="0"/>
              <a:t>Microsoft Excel</a:t>
            </a:r>
          </a:p>
          <a:p>
            <a:endParaRPr lang="en-AU" sz="1800" dirty="0"/>
          </a:p>
          <a:p>
            <a:pPr marL="0" indent="0">
              <a:buNone/>
            </a:pPr>
            <a:r>
              <a:rPr lang="en-AU" sz="1800" b="1" dirty="0"/>
              <a:t>Benefits: </a:t>
            </a:r>
            <a:r>
              <a:rPr lang="en-AU" sz="1800" dirty="0"/>
              <a:t>Can make it easy to automate data analysis and data visualization tasks.</a:t>
            </a:r>
          </a:p>
          <a:p>
            <a:pPr marL="0" indent="0">
              <a:buNone/>
            </a:pPr>
            <a:r>
              <a:rPr lang="en-AU" sz="1800" b="1" dirty="0"/>
              <a:t>Limitations: </a:t>
            </a:r>
            <a:r>
              <a:rPr lang="en-AU" sz="1800" dirty="0"/>
              <a:t>Does not make a decision about what analysis is appropriate and whether your data is suited to your chosen analysis.</a:t>
            </a:r>
          </a:p>
        </p:txBody>
      </p:sp>
      <p:pic>
        <p:nvPicPr>
          <p:cNvPr id="4" name="Picture 3" descr="Cartoon checklist and pencil">
            <a:extLst>
              <a:ext uri="{FF2B5EF4-FFF2-40B4-BE49-F238E27FC236}">
                <a16:creationId xmlns:a16="http://schemas.microsoft.com/office/drawing/2014/main" id="{278B73B9-C9F4-4910-8632-D896D311B65A}"/>
              </a:ext>
            </a:extLst>
          </p:cNvPr>
          <p:cNvPicPr>
            <a:picLocks noChangeAspect="1"/>
          </p:cNvPicPr>
          <p:nvPr/>
        </p:nvPicPr>
        <p:blipFill>
          <a:blip r:embed="rId2">
            <a:extLst>
              <a:ext uri="{28A0092B-C50C-407E-A947-70E740481C1C}">
                <a14:useLocalDpi xmlns:a14="http://schemas.microsoft.com/office/drawing/2010/main" val="0"/>
              </a:ext>
            </a:extLst>
          </a:blip>
          <a:srcRect l="15593" r="9179"/>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00091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E6789D-8B3B-4BC8-5FBE-581C4622B4A4}"/>
              </a:ext>
            </a:extLst>
          </p:cNvPr>
          <p:cNvSpPr>
            <a:spLocks noGrp="1"/>
          </p:cNvSpPr>
          <p:nvPr>
            <p:ph type="title"/>
          </p:nvPr>
        </p:nvSpPr>
        <p:spPr>
          <a:xfrm>
            <a:off x="838200" y="365125"/>
            <a:ext cx="10515600" cy="1325563"/>
          </a:xfrm>
        </p:spPr>
        <p:txBody>
          <a:bodyPr>
            <a:normAutofit/>
          </a:bodyPr>
          <a:lstStyle/>
          <a:p>
            <a:r>
              <a:rPr lang="en-AU" sz="5400" b="1" dirty="0"/>
              <a:t>Working on Reflective Journal</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F931B2E-3291-5C94-6A8B-96E5C7AEBEF9}"/>
              </a:ext>
            </a:extLst>
          </p:cNvPr>
          <p:cNvSpPr>
            <a:spLocks noGrp="1"/>
          </p:cNvSpPr>
          <p:nvPr>
            <p:ph idx="1"/>
          </p:nvPr>
        </p:nvSpPr>
        <p:spPr>
          <a:xfrm>
            <a:off x="838200" y="1929384"/>
            <a:ext cx="10515600" cy="4251960"/>
          </a:xfrm>
        </p:spPr>
        <p:txBody>
          <a:bodyPr>
            <a:normAutofit/>
          </a:bodyPr>
          <a:lstStyle/>
          <a:p>
            <a:r>
              <a:rPr lang="en-AU" dirty="0"/>
              <a:t>Reflect on your Research Proposal writing experience</a:t>
            </a:r>
          </a:p>
          <a:p>
            <a:r>
              <a:rPr lang="en-AU" dirty="0"/>
              <a:t>Reflect on the industry perspective videos of the subject</a:t>
            </a:r>
          </a:p>
          <a:p>
            <a:r>
              <a:rPr lang="en-AU" dirty="0"/>
              <a:t>Reflect on how your view of research may has changed </a:t>
            </a:r>
          </a:p>
          <a:p>
            <a:r>
              <a:rPr lang="en-AU" dirty="0"/>
              <a:t>Reflect on interesting theories or readings</a:t>
            </a:r>
          </a:p>
          <a:p>
            <a:r>
              <a:rPr lang="en-AU" dirty="0"/>
              <a:t>Reflect on going to the museum and pitching last week</a:t>
            </a:r>
          </a:p>
          <a:p>
            <a:r>
              <a:rPr lang="en-AU" dirty="0"/>
              <a:t>Reflect on preparing for upcoming pitch</a:t>
            </a:r>
          </a:p>
        </p:txBody>
      </p:sp>
      <p:sp>
        <p:nvSpPr>
          <p:cNvPr id="5" name="Rectangle: Rounded Corners 4">
            <a:extLst>
              <a:ext uri="{FF2B5EF4-FFF2-40B4-BE49-F238E27FC236}">
                <a16:creationId xmlns:a16="http://schemas.microsoft.com/office/drawing/2014/main" id="{9A4ED14C-2052-28E6-46BB-DEDD70C2B2B3}"/>
              </a:ext>
            </a:extLst>
          </p:cNvPr>
          <p:cNvSpPr/>
          <p:nvPr/>
        </p:nvSpPr>
        <p:spPr>
          <a:xfrm>
            <a:off x="-504825" y="1390650"/>
            <a:ext cx="45719" cy="53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Date Placeholder 5">
            <a:extLst>
              <a:ext uri="{FF2B5EF4-FFF2-40B4-BE49-F238E27FC236}">
                <a16:creationId xmlns:a16="http://schemas.microsoft.com/office/drawing/2014/main" id="{D0A0D47A-E78C-4187-5866-175E5F18DDBF}"/>
              </a:ext>
            </a:extLst>
          </p:cNvPr>
          <p:cNvSpPr>
            <a:spLocks noGrp="1"/>
          </p:cNvSpPr>
          <p:nvPr>
            <p:ph type="dt" sz="half" idx="10"/>
          </p:nvPr>
        </p:nvSpPr>
        <p:spPr/>
        <p:txBody>
          <a:bodyPr/>
          <a:lstStyle/>
          <a:p>
            <a:fld id="{6B241C80-FAD2-BA49-A34E-C9D239A4137E}" type="datetime1">
              <a:rPr lang="en-AU" smtClean="0"/>
              <a:t>21/9/2026</a:t>
            </a:fld>
            <a:endParaRPr lang="en-AU"/>
          </a:p>
        </p:txBody>
      </p:sp>
      <p:sp>
        <p:nvSpPr>
          <p:cNvPr id="7" name="Slide Number Placeholder 6">
            <a:extLst>
              <a:ext uri="{FF2B5EF4-FFF2-40B4-BE49-F238E27FC236}">
                <a16:creationId xmlns:a16="http://schemas.microsoft.com/office/drawing/2014/main" id="{FD7D84A3-5EF6-D9E5-BE07-E9472446E4E4}"/>
              </a:ext>
            </a:extLst>
          </p:cNvPr>
          <p:cNvSpPr>
            <a:spLocks noGrp="1"/>
          </p:cNvSpPr>
          <p:nvPr>
            <p:ph type="sldNum" sz="quarter" idx="12"/>
          </p:nvPr>
        </p:nvSpPr>
        <p:spPr/>
        <p:txBody>
          <a:bodyPr/>
          <a:lstStyle/>
          <a:p>
            <a:fld id="{D4CAF7D6-E98F-4CB1-96BA-0FE1CB050375}" type="slidenum">
              <a:rPr lang="en-AU" smtClean="0"/>
              <a:t>21</a:t>
            </a:fld>
            <a:endParaRPr lang="en-AU" dirty="0"/>
          </a:p>
        </p:txBody>
      </p:sp>
    </p:spTree>
    <p:extLst>
      <p:ext uri="{BB962C8B-B14F-4D97-AF65-F5344CB8AC3E}">
        <p14:creationId xmlns:p14="http://schemas.microsoft.com/office/powerpoint/2010/main" val="2363861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5FC95C-121A-4F1D-C3B4-068A591D4D80}"/>
              </a:ext>
            </a:extLst>
          </p:cNvPr>
          <p:cNvSpPr>
            <a:spLocks noGrp="1"/>
          </p:cNvSpPr>
          <p:nvPr>
            <p:ph type="title"/>
          </p:nvPr>
        </p:nvSpPr>
        <p:spPr>
          <a:xfrm>
            <a:off x="640080" y="325369"/>
            <a:ext cx="4368602" cy="1956841"/>
          </a:xfrm>
        </p:spPr>
        <p:txBody>
          <a:bodyPr anchor="b">
            <a:normAutofit/>
          </a:bodyPr>
          <a:lstStyle/>
          <a:p>
            <a:r>
              <a:rPr lang="en-US" sz="5400" b="1" dirty="0"/>
              <a:t>Next Week</a:t>
            </a:r>
          </a:p>
        </p:txBody>
      </p:sp>
      <p:sp>
        <p:nvSpPr>
          <p:cNvPr id="1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AD48460-5912-7847-FEE9-DD33DD65C6B3}"/>
              </a:ext>
            </a:extLst>
          </p:cNvPr>
          <p:cNvSpPr>
            <a:spLocks noGrp="1"/>
          </p:cNvSpPr>
          <p:nvPr>
            <p:ph idx="1"/>
          </p:nvPr>
        </p:nvSpPr>
        <p:spPr>
          <a:xfrm>
            <a:off x="640079" y="2872899"/>
            <a:ext cx="7510007" cy="3320668"/>
          </a:xfrm>
        </p:spPr>
        <p:txBody>
          <a:bodyPr>
            <a:normAutofit/>
          </a:bodyPr>
          <a:lstStyle/>
          <a:p>
            <a:r>
              <a:rPr lang="en-US" sz="2400" dirty="0"/>
              <a:t>Rest! </a:t>
            </a:r>
          </a:p>
          <a:p>
            <a:r>
              <a:rPr lang="en-US" sz="2400" dirty="0"/>
              <a:t>Ice cream?</a:t>
            </a:r>
          </a:p>
          <a:p>
            <a:pPr marL="0" indent="0">
              <a:buNone/>
            </a:pPr>
            <a:endParaRPr lang="en-US" sz="2400" dirty="0"/>
          </a:p>
        </p:txBody>
      </p:sp>
      <p:sp>
        <p:nvSpPr>
          <p:cNvPr id="4" name="Date Placeholder 3">
            <a:extLst>
              <a:ext uri="{FF2B5EF4-FFF2-40B4-BE49-F238E27FC236}">
                <a16:creationId xmlns:a16="http://schemas.microsoft.com/office/drawing/2014/main" id="{B34279D3-630E-BEB7-8478-56225FAE645E}"/>
              </a:ext>
            </a:extLst>
          </p:cNvPr>
          <p:cNvSpPr>
            <a:spLocks noGrp="1"/>
          </p:cNvSpPr>
          <p:nvPr>
            <p:ph type="dt" sz="half" idx="10"/>
          </p:nvPr>
        </p:nvSpPr>
        <p:spPr>
          <a:xfrm>
            <a:off x="838200" y="6356350"/>
            <a:ext cx="2743200" cy="365125"/>
          </a:xfrm>
        </p:spPr>
        <p:txBody>
          <a:bodyPr>
            <a:normAutofit/>
          </a:bodyPr>
          <a:lstStyle/>
          <a:p>
            <a:pPr>
              <a:spcAft>
                <a:spcPts val="600"/>
              </a:spcAft>
            </a:pPr>
            <a:fld id="{4DCB56B6-809E-5841-A378-6569ED36A68F}" type="datetime1">
              <a:rPr lang="en-AU" smtClean="0"/>
              <a:pPr>
                <a:spcAft>
                  <a:spcPts val="600"/>
                </a:spcAft>
              </a:pPr>
              <a:t>21/9/2026</a:t>
            </a:fld>
            <a:endParaRPr lang="en-AU"/>
          </a:p>
        </p:txBody>
      </p:sp>
      <p:pic>
        <p:nvPicPr>
          <p:cNvPr id="7" name="Picture 6" descr="Colourful confetti on pink background">
            <a:extLst>
              <a:ext uri="{FF2B5EF4-FFF2-40B4-BE49-F238E27FC236}">
                <a16:creationId xmlns:a16="http://schemas.microsoft.com/office/drawing/2014/main" id="{3FA987E0-CCDB-0A0A-78C4-4E515E8BF965}"/>
              </a:ext>
            </a:extLst>
          </p:cNvPr>
          <p:cNvPicPr>
            <a:picLocks noChangeAspect="1"/>
          </p:cNvPicPr>
          <p:nvPr/>
        </p:nvPicPr>
        <p:blipFill>
          <a:blip r:embed="rId3">
            <a:extLst>
              <a:ext uri="{28A0092B-C50C-407E-A947-70E740481C1C}">
                <a14:useLocalDpi xmlns:a14="http://schemas.microsoft.com/office/drawing/2010/main" val="0"/>
              </a:ext>
            </a:extLst>
          </a:blip>
          <a:srcRect l="11476" r="21571" b="-1"/>
          <a:stretch>
            <a:fillRect/>
          </a:stretch>
        </p:blipFill>
        <p:spPr>
          <a:xfrm>
            <a:off x="7882627"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5" name="Slide Number Placeholder 4">
            <a:extLst>
              <a:ext uri="{FF2B5EF4-FFF2-40B4-BE49-F238E27FC236}">
                <a16:creationId xmlns:a16="http://schemas.microsoft.com/office/drawing/2014/main" id="{2B4AAEAC-E77F-204B-61AE-E9C0CFD9AA6D}"/>
              </a:ext>
            </a:extLst>
          </p:cNvPr>
          <p:cNvSpPr>
            <a:spLocks noGrp="1"/>
          </p:cNvSpPr>
          <p:nvPr>
            <p:ph type="sldNum" sz="quarter" idx="12"/>
          </p:nvPr>
        </p:nvSpPr>
        <p:spPr>
          <a:xfrm>
            <a:off x="10439400" y="6356350"/>
            <a:ext cx="914400" cy="365125"/>
          </a:xfrm>
        </p:spPr>
        <p:txBody>
          <a:bodyPr>
            <a:normAutofit/>
          </a:bodyPr>
          <a:lstStyle/>
          <a:p>
            <a:pPr>
              <a:spcAft>
                <a:spcPts val="600"/>
              </a:spcAft>
            </a:pPr>
            <a:fld id="{D4CAF7D6-E98F-4CB1-96BA-0FE1CB050375}" type="slidenum">
              <a:rPr lang="en-AU">
                <a:solidFill>
                  <a:srgbClr val="FFFFFF"/>
                </a:solidFill>
              </a:rPr>
              <a:pPr>
                <a:spcAft>
                  <a:spcPts val="600"/>
                </a:spcAft>
              </a:pPr>
              <a:t>22</a:t>
            </a:fld>
            <a:endParaRPr lang="en-AU">
              <a:solidFill>
                <a:srgbClr val="FFFFFF"/>
              </a:solidFill>
            </a:endParaRPr>
          </a:p>
        </p:txBody>
      </p:sp>
    </p:spTree>
    <p:extLst>
      <p:ext uri="{BB962C8B-B14F-4D97-AF65-F5344CB8AC3E}">
        <p14:creationId xmlns:p14="http://schemas.microsoft.com/office/powerpoint/2010/main" val="1469088608"/>
      </p:ext>
    </p:extLst>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FEDE3"/>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3669</TotalTime>
  <Words>1336</Words>
  <Application>Microsoft Macintosh PowerPoint</Application>
  <PresentationFormat>Widescreen</PresentationFormat>
  <Paragraphs>150</Paragraphs>
  <Slides>22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Calibri Light</vt:lpstr>
      <vt:lpstr>Lato Extended</vt:lpstr>
      <vt:lpstr>Office Theme</vt:lpstr>
      <vt:lpstr>ISYS90118: Data Analysis</vt:lpstr>
      <vt:lpstr>Timeline for Research (Academia)</vt:lpstr>
      <vt:lpstr>Skills for IS Research and Development: Today’s Lecture</vt:lpstr>
      <vt:lpstr>What are characteristics of Qualitative Methods?</vt:lpstr>
      <vt:lpstr>Qualitative Data: Rich but Messy</vt:lpstr>
      <vt:lpstr>Preparing Qualitative Data</vt:lpstr>
      <vt:lpstr>Qualitative Analysis: Let’s make sense of it all</vt:lpstr>
      <vt:lpstr>Dealing with Level(s) of Analysis</vt:lpstr>
      <vt:lpstr>PowerPoint Presentation</vt:lpstr>
      <vt:lpstr>Exercise: Code this! And Compare!</vt:lpstr>
      <vt:lpstr>Rater and Inter-rater Reliability</vt:lpstr>
      <vt:lpstr>Qualitative Analysis: Quality and Explainability</vt:lpstr>
      <vt:lpstr>Qualitative Data Analysis Software</vt:lpstr>
      <vt:lpstr>What are characteristics of Quantitative Research?</vt:lpstr>
      <vt:lpstr>Quantitative Analysis: Let’s make sense of it all</vt:lpstr>
      <vt:lpstr>So you’ve done a survey: preparing for analysis</vt:lpstr>
      <vt:lpstr>So you’ve done a survey: preparing for analysis</vt:lpstr>
      <vt:lpstr>Introduction to Factor Analysis</vt:lpstr>
      <vt:lpstr>Quantitative Analysis: Validity and Generalisability</vt:lpstr>
      <vt:lpstr>Quantitative Data Analysis Software</vt:lpstr>
      <vt:lpstr>Working on Reflective Journal</vt:lpstr>
      <vt:lpstr>Next Week</vt:lpstr>
    </vt:vector>
  </TitlesOfParts>
  <Company>The University of Melbourne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International Portfolio</dc:title>
  <dc:creator>Shanton Chang</dc:creator>
  <cp:lastModifiedBy>Rashika Bahl</cp:lastModifiedBy>
  <cp:revision>17</cp:revision>
  <cp:lastPrinted>2025-09-10T01:22:15Z</cp:lastPrinted>
  <dcterms:created xsi:type="dcterms:W3CDTF">2022-11-27T23:53:32Z</dcterms:created>
  <dcterms:modified xsi:type="dcterms:W3CDTF">2026-09-21T03:55:38Z</dcterms:modified>
</cp:coreProperties>
</file>