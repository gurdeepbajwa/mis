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3535" r:id="rId4"/>
    <p:sldId id="265" r:id="rId5"/>
    <p:sldId id="3536" r:id="rId6"/>
    <p:sldId id="3534" r:id="rId7"/>
    <p:sldId id="3543" r:id="rId8"/>
    <p:sldId id="3537" r:id="rId9"/>
    <p:sldId id="258" r:id="rId10"/>
    <p:sldId id="3538" r:id="rId11"/>
    <p:sldId id="3539" r:id="rId12"/>
    <p:sldId id="3540" r:id="rId13"/>
    <p:sldId id="3530" r:id="rId14"/>
    <p:sldId id="271" r:id="rId15"/>
    <p:sldId id="3542" r:id="rId16"/>
    <p:sldId id="3547" r:id="rId17"/>
    <p:sldId id="3544" r:id="rId18"/>
    <p:sldId id="3549" r:id="rId19"/>
    <p:sldId id="3545" r:id="rId20"/>
    <p:sldId id="353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FF9933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8F583C-CA8A-43A3-8FDD-BE71900B1B7F}" v="3164" dt="2023-08-09T08:46:21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0" autoAdjust="0"/>
    <p:restoredTop sz="94660"/>
  </p:normalViewPr>
  <p:slideViewPr>
    <p:cSldViewPr snapToGrid="0">
      <p:cViewPr>
        <p:scale>
          <a:sx n="92" d="100"/>
          <a:sy n="92" d="100"/>
        </p:scale>
        <p:origin x="155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ton" userId="1dc0a4aa-99b4-4a4a-a600-29d4fd849735" providerId="ADAL" clId="{328F583C-CA8A-43A3-8FDD-BE71900B1B7F}"/>
    <pc:docChg chg="undo custSel addSld delSld modSld sldOrd">
      <pc:chgData name="Shanton" userId="1dc0a4aa-99b4-4a4a-a600-29d4fd849735" providerId="ADAL" clId="{328F583C-CA8A-43A3-8FDD-BE71900B1B7F}" dt="2023-08-09T08:48:07.354" v="4624" actId="47"/>
      <pc:docMkLst>
        <pc:docMk/>
      </pc:docMkLst>
      <pc:sldChg chg="addSp delSp modSp mod modAnim">
        <pc:chgData name="Shanton" userId="1dc0a4aa-99b4-4a4a-a600-29d4fd849735" providerId="ADAL" clId="{328F583C-CA8A-43A3-8FDD-BE71900B1B7F}" dt="2023-08-09T08:33:23.842" v="3403" actId="255"/>
        <pc:sldMkLst>
          <pc:docMk/>
          <pc:sldMk cId="2384274664" sldId="258"/>
        </pc:sldMkLst>
        <pc:spChg chg="mod">
          <ac:chgData name="Shanton" userId="1dc0a4aa-99b4-4a4a-a600-29d4fd849735" providerId="ADAL" clId="{328F583C-CA8A-43A3-8FDD-BE71900B1B7F}" dt="2023-08-09T08:31:16.355" v="3339" actId="255"/>
          <ac:spMkLst>
            <pc:docMk/>
            <pc:sldMk cId="2384274664" sldId="258"/>
            <ac:spMk id="2" creationId="{1C990185-D8C1-3A0B-FE4C-8B9A2938A95E}"/>
          </ac:spMkLst>
        </pc:spChg>
        <pc:spChg chg="mod">
          <ac:chgData name="Shanton" userId="1dc0a4aa-99b4-4a4a-a600-29d4fd849735" providerId="ADAL" clId="{328F583C-CA8A-43A3-8FDD-BE71900B1B7F}" dt="2023-08-09T08:33:23.842" v="3403" actId="255"/>
          <ac:spMkLst>
            <pc:docMk/>
            <pc:sldMk cId="2384274664" sldId="258"/>
            <ac:spMk id="3" creationId="{87E9BAC0-0CA8-63B7-5861-6E78F6EE76C1}"/>
          </ac:spMkLst>
        </pc:spChg>
        <pc:spChg chg="del">
          <ac:chgData name="Shanton" userId="1dc0a4aa-99b4-4a4a-a600-29d4fd849735" providerId="ADAL" clId="{328F583C-CA8A-43A3-8FDD-BE71900B1B7F}" dt="2023-08-09T08:30:48.826" v="3305" actId="26606"/>
          <ac:spMkLst>
            <pc:docMk/>
            <pc:sldMk cId="2384274664" sldId="258"/>
            <ac:spMk id="49" creationId="{460B0EFB-53ED-4F35-B05D-F658EA021C65}"/>
          </ac:spMkLst>
        </pc:spChg>
        <pc:spChg chg="del">
          <ac:chgData name="Shanton" userId="1dc0a4aa-99b4-4a4a-a600-29d4fd849735" providerId="ADAL" clId="{328F583C-CA8A-43A3-8FDD-BE71900B1B7F}" dt="2023-08-09T08:30:48.826" v="3305" actId="26606"/>
          <ac:spMkLst>
            <pc:docMk/>
            <pc:sldMk cId="2384274664" sldId="258"/>
            <ac:spMk id="51" creationId="{835EF3DD-7D43-4A27-8967-A92FD8CC9365}"/>
          </ac:spMkLst>
        </pc:spChg>
        <pc:spChg chg="add">
          <ac:chgData name="Shanton" userId="1dc0a4aa-99b4-4a4a-a600-29d4fd849735" providerId="ADAL" clId="{328F583C-CA8A-43A3-8FDD-BE71900B1B7F}" dt="2023-08-09T08:30:48.826" v="3305" actId="26606"/>
          <ac:spMkLst>
            <pc:docMk/>
            <pc:sldMk cId="2384274664" sldId="258"/>
            <ac:spMk id="56" creationId="{F13C74B1-5B17-4795-BED0-7140497B445A}"/>
          </ac:spMkLst>
        </pc:spChg>
        <pc:spChg chg="add">
          <ac:chgData name="Shanton" userId="1dc0a4aa-99b4-4a4a-a600-29d4fd849735" providerId="ADAL" clId="{328F583C-CA8A-43A3-8FDD-BE71900B1B7F}" dt="2023-08-09T08:30:48.826" v="3305" actId="26606"/>
          <ac:spMkLst>
            <pc:docMk/>
            <pc:sldMk cId="2384274664" sldId="258"/>
            <ac:spMk id="58" creationId="{D4974D33-8DC5-464E-8C6D-BE58F0669C17}"/>
          </ac:spMkLst>
        </pc:spChg>
        <pc:picChg chg="mod ord">
          <ac:chgData name="Shanton" userId="1dc0a4aa-99b4-4a4a-a600-29d4fd849735" providerId="ADAL" clId="{328F583C-CA8A-43A3-8FDD-BE71900B1B7F}" dt="2023-08-09T08:30:48.826" v="3305" actId="26606"/>
          <ac:picMkLst>
            <pc:docMk/>
            <pc:sldMk cId="2384274664" sldId="258"/>
            <ac:picMk id="8" creationId="{7E80C52D-3574-8B8E-B354-6CEFA1EB717B}"/>
          </ac:picMkLst>
        </pc:picChg>
      </pc:sldChg>
      <pc:sldChg chg="modSp">
        <pc:chgData name="Shanton" userId="1dc0a4aa-99b4-4a4a-a600-29d4fd849735" providerId="ADAL" clId="{328F583C-CA8A-43A3-8FDD-BE71900B1B7F}" dt="2023-08-09T07:55:33.742" v="627" actId="20577"/>
        <pc:sldMkLst>
          <pc:docMk/>
          <pc:sldMk cId="2802958514" sldId="259"/>
        </pc:sldMkLst>
        <pc:graphicFrameChg chg="mod">
          <ac:chgData name="Shanton" userId="1dc0a4aa-99b4-4a4a-a600-29d4fd849735" providerId="ADAL" clId="{328F583C-CA8A-43A3-8FDD-BE71900B1B7F}" dt="2023-08-09T07:55:33.742" v="627" actId="20577"/>
          <ac:graphicFrameMkLst>
            <pc:docMk/>
            <pc:sldMk cId="2802958514" sldId="259"/>
            <ac:graphicFrameMk id="44" creationId="{F16505CF-6F67-8897-5A15-14907B391C59}"/>
          </ac:graphicFrameMkLst>
        </pc:graphicFrameChg>
      </pc:sldChg>
      <pc:sldChg chg="addSp delSp modSp mod modAnim">
        <pc:chgData name="Shanton" userId="1dc0a4aa-99b4-4a4a-a600-29d4fd849735" providerId="ADAL" clId="{328F583C-CA8A-43A3-8FDD-BE71900B1B7F}" dt="2023-08-09T08:23:30.757" v="2485" actId="113"/>
        <pc:sldMkLst>
          <pc:docMk/>
          <pc:sldMk cId="3213418310" sldId="265"/>
        </pc:sldMkLst>
        <pc:spChg chg="mod">
          <ac:chgData name="Shanton" userId="1dc0a4aa-99b4-4a4a-a600-29d4fd849735" providerId="ADAL" clId="{328F583C-CA8A-43A3-8FDD-BE71900B1B7F}" dt="2023-08-09T08:15:17.050" v="1822" actId="20577"/>
          <ac:spMkLst>
            <pc:docMk/>
            <pc:sldMk cId="3213418310" sldId="265"/>
            <ac:spMk id="2" creationId="{14E60754-1719-69E9-0A06-9E4291695590}"/>
          </ac:spMkLst>
        </pc:spChg>
        <pc:spChg chg="mod">
          <ac:chgData name="Shanton" userId="1dc0a4aa-99b4-4a4a-a600-29d4fd849735" providerId="ADAL" clId="{328F583C-CA8A-43A3-8FDD-BE71900B1B7F}" dt="2023-08-09T08:23:30.757" v="2485" actId="113"/>
          <ac:spMkLst>
            <pc:docMk/>
            <pc:sldMk cId="3213418310" sldId="265"/>
            <ac:spMk id="20" creationId="{B3605575-D7F9-67D9-B233-2BE2E97A3E81}"/>
          </ac:spMkLst>
        </pc:spChg>
        <pc:spChg chg="del">
          <ac:chgData name="Shanton" userId="1dc0a4aa-99b4-4a4a-a600-29d4fd849735" providerId="ADAL" clId="{328F583C-CA8A-43A3-8FDD-BE71900B1B7F}" dt="2023-08-09T07:57:53.761" v="810" actId="26606"/>
          <ac:spMkLst>
            <pc:docMk/>
            <pc:sldMk cId="3213418310" sldId="265"/>
            <ac:spMk id="1037" creationId="{45D37F4E-DDB4-456B-97E0-9937730A039F}"/>
          </ac:spMkLst>
        </pc:spChg>
        <pc:spChg chg="del">
          <ac:chgData name="Shanton" userId="1dc0a4aa-99b4-4a4a-a600-29d4fd849735" providerId="ADAL" clId="{328F583C-CA8A-43A3-8FDD-BE71900B1B7F}" dt="2023-08-09T07:57:53.761" v="810" actId="26606"/>
          <ac:spMkLst>
            <pc:docMk/>
            <pc:sldMk cId="3213418310" sldId="265"/>
            <ac:spMk id="1038" creationId="{B2DD41CD-8F47-4F56-AD12-4E2FF7696987}"/>
          </ac:spMkLst>
        </pc:spChg>
        <pc:spChg chg="add">
          <ac:chgData name="Shanton" userId="1dc0a4aa-99b4-4a4a-a600-29d4fd849735" providerId="ADAL" clId="{328F583C-CA8A-43A3-8FDD-BE71900B1B7F}" dt="2023-08-09T07:57:53.761" v="810" actId="26606"/>
          <ac:spMkLst>
            <pc:docMk/>
            <pc:sldMk cId="3213418310" sldId="265"/>
            <ac:spMk id="1044" creationId="{F13C74B1-5B17-4795-BED0-7140497B445A}"/>
          </ac:spMkLst>
        </pc:spChg>
        <pc:spChg chg="add">
          <ac:chgData name="Shanton" userId="1dc0a4aa-99b4-4a4a-a600-29d4fd849735" providerId="ADAL" clId="{328F583C-CA8A-43A3-8FDD-BE71900B1B7F}" dt="2023-08-09T07:57:53.761" v="810" actId="26606"/>
          <ac:spMkLst>
            <pc:docMk/>
            <pc:sldMk cId="3213418310" sldId="265"/>
            <ac:spMk id="1046" creationId="{D4974D33-8DC5-464E-8C6D-BE58F0669C17}"/>
          </ac:spMkLst>
        </pc:spChg>
        <pc:picChg chg="del mod">
          <ac:chgData name="Shanton" userId="1dc0a4aa-99b4-4a4a-a600-29d4fd849735" providerId="ADAL" clId="{328F583C-CA8A-43A3-8FDD-BE71900B1B7F}" dt="2023-08-09T07:57:03.992" v="809" actId="478"/>
          <ac:picMkLst>
            <pc:docMk/>
            <pc:sldMk cId="3213418310" sldId="265"/>
            <ac:picMk id="1026" creationId="{7C1B5E2A-B218-9556-35F3-B6047FE39EC0}"/>
          </ac:picMkLst>
        </pc:picChg>
        <pc:picChg chg="add">
          <ac:chgData name="Shanton" userId="1dc0a4aa-99b4-4a4a-a600-29d4fd849735" providerId="ADAL" clId="{328F583C-CA8A-43A3-8FDD-BE71900B1B7F}" dt="2023-08-09T07:57:53.761" v="810" actId="26606"/>
          <ac:picMkLst>
            <pc:docMk/>
            <pc:sldMk cId="3213418310" sldId="265"/>
            <ac:picMk id="1040" creationId="{9BAAEC6B-2D43-207B-93A9-6F55B9BF55B6}"/>
          </ac:picMkLst>
        </pc:picChg>
      </pc:sldChg>
      <pc:sldChg chg="del">
        <pc:chgData name="Shanton" userId="1dc0a4aa-99b4-4a4a-a600-29d4fd849735" providerId="ADAL" clId="{328F583C-CA8A-43A3-8FDD-BE71900B1B7F}" dt="2023-08-09T08:30:39.011" v="3304" actId="47"/>
        <pc:sldMkLst>
          <pc:docMk/>
          <pc:sldMk cId="3018814998" sldId="267"/>
        </pc:sldMkLst>
      </pc:sldChg>
      <pc:sldChg chg="del">
        <pc:chgData name="Shanton" userId="1dc0a4aa-99b4-4a4a-a600-29d4fd849735" providerId="ADAL" clId="{328F583C-CA8A-43A3-8FDD-BE71900B1B7F}" dt="2023-08-09T08:47:37.715" v="4592" actId="47"/>
        <pc:sldMkLst>
          <pc:docMk/>
          <pc:sldMk cId="2628920858" sldId="269"/>
        </pc:sldMkLst>
      </pc:sldChg>
      <pc:sldChg chg="modSp del mod">
        <pc:chgData name="Shanton" userId="1dc0a4aa-99b4-4a4a-a600-29d4fd849735" providerId="ADAL" clId="{328F583C-CA8A-43A3-8FDD-BE71900B1B7F}" dt="2023-08-09T08:48:02.129" v="4622" actId="47"/>
        <pc:sldMkLst>
          <pc:docMk/>
          <pc:sldMk cId="291436" sldId="270"/>
        </pc:sldMkLst>
        <pc:spChg chg="mod">
          <ac:chgData name="Shanton" userId="1dc0a4aa-99b4-4a4a-a600-29d4fd849735" providerId="ADAL" clId="{328F583C-CA8A-43A3-8FDD-BE71900B1B7F}" dt="2023-08-09T08:47:22.918" v="4591" actId="20577"/>
          <ac:spMkLst>
            <pc:docMk/>
            <pc:sldMk cId="291436" sldId="270"/>
            <ac:spMk id="2" creationId="{6A6EBCA2-57B7-7C7C-7A85-1C81129BB47B}"/>
          </ac:spMkLst>
        </pc:spChg>
      </pc:sldChg>
      <pc:sldChg chg="del">
        <pc:chgData name="Shanton" userId="1dc0a4aa-99b4-4a4a-a600-29d4fd849735" providerId="ADAL" clId="{328F583C-CA8A-43A3-8FDD-BE71900B1B7F}" dt="2023-08-09T08:48:07.354" v="4624" actId="47"/>
        <pc:sldMkLst>
          <pc:docMk/>
          <pc:sldMk cId="1019949129" sldId="3529"/>
        </pc:sldMkLst>
      </pc:sldChg>
      <pc:sldChg chg="modSp mod ord">
        <pc:chgData name="Shanton" userId="1dc0a4aa-99b4-4a4a-a600-29d4fd849735" providerId="ADAL" clId="{328F583C-CA8A-43A3-8FDD-BE71900B1B7F}" dt="2023-08-09T08:47:59.638" v="4621" actId="20577"/>
        <pc:sldMkLst>
          <pc:docMk/>
          <pc:sldMk cId="1462538722" sldId="3530"/>
        </pc:sldMkLst>
        <pc:spChg chg="mod">
          <ac:chgData name="Shanton" userId="1dc0a4aa-99b4-4a4a-a600-29d4fd849735" providerId="ADAL" clId="{328F583C-CA8A-43A3-8FDD-BE71900B1B7F}" dt="2023-08-09T08:47:59.638" v="4621" actId="20577"/>
          <ac:spMkLst>
            <pc:docMk/>
            <pc:sldMk cId="1462538722" sldId="3530"/>
            <ac:spMk id="2" creationId="{AFE6789D-8B3B-4BC8-5FBE-581C4622B4A4}"/>
          </ac:spMkLst>
        </pc:spChg>
      </pc:sldChg>
      <pc:sldChg chg="del">
        <pc:chgData name="Shanton" userId="1dc0a4aa-99b4-4a4a-a600-29d4fd849735" providerId="ADAL" clId="{328F583C-CA8A-43A3-8FDD-BE71900B1B7F}" dt="2023-08-09T08:47:40.100" v="4593" actId="47"/>
        <pc:sldMkLst>
          <pc:docMk/>
          <pc:sldMk cId="187367206" sldId="3531"/>
        </pc:sldMkLst>
      </pc:sldChg>
      <pc:sldChg chg="del">
        <pc:chgData name="Shanton" userId="1dc0a4aa-99b4-4a4a-a600-29d4fd849735" providerId="ADAL" clId="{328F583C-CA8A-43A3-8FDD-BE71900B1B7F}" dt="2023-08-09T08:48:04.295" v="4623" actId="47"/>
        <pc:sldMkLst>
          <pc:docMk/>
          <pc:sldMk cId="4041758569" sldId="3532"/>
        </pc:sldMkLst>
      </pc:sldChg>
      <pc:sldChg chg="addSp delSp modSp add mod setBg modAnim delDesignElem">
        <pc:chgData name="Shanton" userId="1dc0a4aa-99b4-4a4a-a600-29d4fd849735" providerId="ADAL" clId="{328F583C-CA8A-43A3-8FDD-BE71900B1B7F}" dt="2023-08-09T08:29:12.149" v="3203" actId="20577"/>
        <pc:sldMkLst>
          <pc:docMk/>
          <pc:sldMk cId="236127000" sldId="3534"/>
        </pc:sldMkLst>
        <pc:spChg chg="mod">
          <ac:chgData name="Shanton" userId="1dc0a4aa-99b4-4a4a-a600-29d4fd849735" providerId="ADAL" clId="{328F583C-CA8A-43A3-8FDD-BE71900B1B7F}" dt="2023-08-09T07:59:32.396" v="952" actId="6549"/>
          <ac:spMkLst>
            <pc:docMk/>
            <pc:sldMk cId="236127000" sldId="3534"/>
            <ac:spMk id="2" creationId="{14E60754-1719-69E9-0A06-9E4291695590}"/>
          </ac:spMkLst>
        </pc:spChg>
        <pc:spChg chg="mod">
          <ac:chgData name="Shanton" userId="1dc0a4aa-99b4-4a4a-a600-29d4fd849735" providerId="ADAL" clId="{328F583C-CA8A-43A3-8FDD-BE71900B1B7F}" dt="2023-08-09T08:29:12.149" v="3203" actId="20577"/>
          <ac:spMkLst>
            <pc:docMk/>
            <pc:sldMk cId="236127000" sldId="3534"/>
            <ac:spMk id="20" creationId="{B3605575-D7F9-67D9-B233-2BE2E97A3E81}"/>
          </ac:spMkLst>
        </pc:spChg>
        <pc:spChg chg="del">
          <ac:chgData name="Shanton" userId="1dc0a4aa-99b4-4a4a-a600-29d4fd849735" providerId="ADAL" clId="{328F583C-CA8A-43A3-8FDD-BE71900B1B7F}" dt="2023-08-09T07:58:30.070" v="860"/>
          <ac:spMkLst>
            <pc:docMk/>
            <pc:sldMk cId="236127000" sldId="3534"/>
            <ac:spMk id="1044" creationId="{F13C74B1-5B17-4795-BED0-7140497B445A}"/>
          </ac:spMkLst>
        </pc:spChg>
        <pc:spChg chg="add">
          <ac:chgData name="Shanton" userId="1dc0a4aa-99b4-4a4a-a600-29d4fd849735" providerId="ADAL" clId="{328F583C-CA8A-43A3-8FDD-BE71900B1B7F}" dt="2023-08-09T07:58:50.522" v="861" actId="26606"/>
          <ac:spMkLst>
            <pc:docMk/>
            <pc:sldMk cId="236127000" sldId="3534"/>
            <ac:spMk id="1045" creationId="{45D37F4E-DDB4-456B-97E0-9937730A039F}"/>
          </ac:spMkLst>
        </pc:spChg>
        <pc:spChg chg="del">
          <ac:chgData name="Shanton" userId="1dc0a4aa-99b4-4a4a-a600-29d4fd849735" providerId="ADAL" clId="{328F583C-CA8A-43A3-8FDD-BE71900B1B7F}" dt="2023-08-09T07:58:30.070" v="860"/>
          <ac:spMkLst>
            <pc:docMk/>
            <pc:sldMk cId="236127000" sldId="3534"/>
            <ac:spMk id="1046" creationId="{D4974D33-8DC5-464E-8C6D-BE58F0669C17}"/>
          </ac:spMkLst>
        </pc:spChg>
        <pc:spChg chg="add">
          <ac:chgData name="Shanton" userId="1dc0a4aa-99b4-4a4a-a600-29d4fd849735" providerId="ADAL" clId="{328F583C-CA8A-43A3-8FDD-BE71900B1B7F}" dt="2023-08-09T07:58:50.522" v="861" actId="26606"/>
          <ac:spMkLst>
            <pc:docMk/>
            <pc:sldMk cId="236127000" sldId="3534"/>
            <ac:spMk id="1047" creationId="{B2DD41CD-8F47-4F56-AD12-4E2FF7696987}"/>
          </ac:spMkLst>
        </pc:spChg>
        <pc:picChg chg="mod">
          <ac:chgData name="Shanton" userId="1dc0a4aa-99b4-4a4a-a600-29d4fd849735" providerId="ADAL" clId="{328F583C-CA8A-43A3-8FDD-BE71900B1B7F}" dt="2023-08-09T07:58:50.522" v="861" actId="26606"/>
          <ac:picMkLst>
            <pc:docMk/>
            <pc:sldMk cId="236127000" sldId="3534"/>
            <ac:picMk id="1040" creationId="{9BAAEC6B-2D43-207B-93A9-6F55B9BF55B6}"/>
          </ac:picMkLst>
        </pc:picChg>
      </pc:sldChg>
      <pc:sldChg chg="addSp delSp modSp new mod setBg modAnim">
        <pc:chgData name="Shanton" userId="1dc0a4aa-99b4-4a4a-a600-29d4fd849735" providerId="ADAL" clId="{328F583C-CA8A-43A3-8FDD-BE71900B1B7F}" dt="2023-08-09T08:11:49.300" v="1691" actId="20577"/>
        <pc:sldMkLst>
          <pc:docMk/>
          <pc:sldMk cId="3846709062" sldId="3535"/>
        </pc:sldMkLst>
        <pc:spChg chg="mod">
          <ac:chgData name="Shanton" userId="1dc0a4aa-99b4-4a4a-a600-29d4fd849735" providerId="ADAL" clId="{328F583C-CA8A-43A3-8FDD-BE71900B1B7F}" dt="2023-08-09T08:11:31.727" v="1688" actId="20577"/>
          <ac:spMkLst>
            <pc:docMk/>
            <pc:sldMk cId="3846709062" sldId="3535"/>
            <ac:spMk id="2" creationId="{74C82B7B-0141-FC66-ED15-937C72DA85D4}"/>
          </ac:spMkLst>
        </pc:spChg>
        <pc:spChg chg="mod">
          <ac:chgData name="Shanton" userId="1dc0a4aa-99b4-4a4a-a600-29d4fd849735" providerId="ADAL" clId="{328F583C-CA8A-43A3-8FDD-BE71900B1B7F}" dt="2023-08-09T08:11:49.300" v="1691" actId="20577"/>
          <ac:spMkLst>
            <pc:docMk/>
            <pc:sldMk cId="3846709062" sldId="3535"/>
            <ac:spMk id="3" creationId="{BEE58956-FB33-44F1-A1E6-C26AE2E049E6}"/>
          </ac:spMkLst>
        </pc:spChg>
        <pc:spChg chg="add del">
          <ac:chgData name="Shanton" userId="1dc0a4aa-99b4-4a4a-a600-29d4fd849735" providerId="ADAL" clId="{328F583C-CA8A-43A3-8FDD-BE71900B1B7F}" dt="2023-08-09T08:11:02.559" v="1665" actId="26606"/>
          <ac:spMkLst>
            <pc:docMk/>
            <pc:sldMk cId="3846709062" sldId="3535"/>
            <ac:spMk id="8" creationId="{777A147A-9ED8-46B4-8660-1B3C2AA880B5}"/>
          </ac:spMkLst>
        </pc:spChg>
        <pc:spChg chg="add">
          <ac:chgData name="Shanton" userId="1dc0a4aa-99b4-4a4a-a600-29d4fd849735" providerId="ADAL" clId="{328F583C-CA8A-43A3-8FDD-BE71900B1B7F}" dt="2023-08-09T08:11:02.607" v="1666" actId="26606"/>
          <ac:spMkLst>
            <pc:docMk/>
            <pc:sldMk cId="3846709062" sldId="3535"/>
            <ac:spMk id="9" creationId="{2C61293E-6EBE-43EF-A52C-9BEBFD7679D4}"/>
          </ac:spMkLst>
        </pc:spChg>
        <pc:spChg chg="add del">
          <ac:chgData name="Shanton" userId="1dc0a4aa-99b4-4a4a-a600-29d4fd849735" providerId="ADAL" clId="{328F583C-CA8A-43A3-8FDD-BE71900B1B7F}" dt="2023-08-09T08:11:02.559" v="1665" actId="26606"/>
          <ac:spMkLst>
            <pc:docMk/>
            <pc:sldMk cId="3846709062" sldId="3535"/>
            <ac:spMk id="10" creationId="{5D6C15A0-C087-4593-8414-2B4EC1CDC3DE}"/>
          </ac:spMkLst>
        </pc:spChg>
        <pc:spChg chg="add">
          <ac:chgData name="Shanton" userId="1dc0a4aa-99b4-4a4a-a600-29d4fd849735" providerId="ADAL" clId="{328F583C-CA8A-43A3-8FDD-BE71900B1B7F}" dt="2023-08-09T08:11:02.607" v="1666" actId="26606"/>
          <ac:spMkLst>
            <pc:docMk/>
            <pc:sldMk cId="3846709062" sldId="3535"/>
            <ac:spMk id="11" creationId="{21540236-BFD5-4A9D-8840-4703E7F76825}"/>
          </ac:spMkLst>
        </pc:spChg>
        <pc:picChg chg="add">
          <ac:chgData name="Shanton" userId="1dc0a4aa-99b4-4a4a-a600-29d4fd849735" providerId="ADAL" clId="{328F583C-CA8A-43A3-8FDD-BE71900B1B7F}" dt="2023-08-09T08:11:02.607" v="1666" actId="26606"/>
          <ac:picMkLst>
            <pc:docMk/>
            <pc:sldMk cId="3846709062" sldId="3535"/>
            <ac:picMk id="5" creationId="{5D5E0158-98F9-AC55-7208-7D2A748D62AF}"/>
          </ac:picMkLst>
        </pc:picChg>
      </pc:sldChg>
      <pc:sldChg chg="addSp delSp modSp add mod setBg modAnim delDesignElem">
        <pc:chgData name="Shanton" userId="1dc0a4aa-99b4-4a4a-a600-29d4fd849735" providerId="ADAL" clId="{328F583C-CA8A-43A3-8FDD-BE71900B1B7F}" dt="2023-08-09T08:27:25.791" v="3055" actId="20577"/>
        <pc:sldMkLst>
          <pc:docMk/>
          <pc:sldMk cId="2020482875" sldId="3536"/>
        </pc:sldMkLst>
        <pc:spChg chg="mod">
          <ac:chgData name="Shanton" userId="1dc0a4aa-99b4-4a4a-a600-29d4fd849735" providerId="ADAL" clId="{328F583C-CA8A-43A3-8FDD-BE71900B1B7F}" dt="2023-08-09T08:24:54.038" v="2589" actId="20577"/>
          <ac:spMkLst>
            <pc:docMk/>
            <pc:sldMk cId="2020482875" sldId="3536"/>
            <ac:spMk id="2" creationId="{14E60754-1719-69E9-0A06-9E4291695590}"/>
          </ac:spMkLst>
        </pc:spChg>
        <pc:spChg chg="mod ord">
          <ac:chgData name="Shanton" userId="1dc0a4aa-99b4-4a4a-a600-29d4fd849735" providerId="ADAL" clId="{328F583C-CA8A-43A3-8FDD-BE71900B1B7F}" dt="2023-08-09T08:27:25.791" v="3055" actId="20577"/>
          <ac:spMkLst>
            <pc:docMk/>
            <pc:sldMk cId="2020482875" sldId="3536"/>
            <ac:spMk id="20" creationId="{B3605575-D7F9-67D9-B233-2BE2E97A3E81}"/>
          </ac:spMkLst>
        </pc:spChg>
        <pc:spChg chg="del">
          <ac:chgData name="Shanton" userId="1dc0a4aa-99b4-4a4a-a600-29d4fd849735" providerId="ADAL" clId="{328F583C-CA8A-43A3-8FDD-BE71900B1B7F}" dt="2023-08-09T08:14:34.226" v="1776"/>
          <ac:spMkLst>
            <pc:docMk/>
            <pc:sldMk cId="2020482875" sldId="3536"/>
            <ac:spMk id="1044" creationId="{F13C74B1-5B17-4795-BED0-7140497B445A}"/>
          </ac:spMkLst>
        </pc:spChg>
        <pc:spChg chg="add">
          <ac:chgData name="Shanton" userId="1dc0a4aa-99b4-4a4a-a600-29d4fd849735" providerId="ADAL" clId="{328F583C-CA8A-43A3-8FDD-BE71900B1B7F}" dt="2023-08-09T08:14:54.904" v="1777" actId="26606"/>
          <ac:spMkLst>
            <pc:docMk/>
            <pc:sldMk cId="2020482875" sldId="3536"/>
            <ac:spMk id="1045" creationId="{2C61293E-6EBE-43EF-A52C-9BEBFD7679D4}"/>
          </ac:spMkLst>
        </pc:spChg>
        <pc:spChg chg="del">
          <ac:chgData name="Shanton" userId="1dc0a4aa-99b4-4a4a-a600-29d4fd849735" providerId="ADAL" clId="{328F583C-CA8A-43A3-8FDD-BE71900B1B7F}" dt="2023-08-09T08:14:34.226" v="1776"/>
          <ac:spMkLst>
            <pc:docMk/>
            <pc:sldMk cId="2020482875" sldId="3536"/>
            <ac:spMk id="1046" creationId="{D4974D33-8DC5-464E-8C6D-BE58F0669C17}"/>
          </ac:spMkLst>
        </pc:spChg>
        <pc:spChg chg="add">
          <ac:chgData name="Shanton" userId="1dc0a4aa-99b4-4a4a-a600-29d4fd849735" providerId="ADAL" clId="{328F583C-CA8A-43A3-8FDD-BE71900B1B7F}" dt="2023-08-09T08:14:54.904" v="1777" actId="26606"/>
          <ac:spMkLst>
            <pc:docMk/>
            <pc:sldMk cId="2020482875" sldId="3536"/>
            <ac:spMk id="1047" creationId="{21540236-BFD5-4A9D-8840-4703E7F76825}"/>
          </ac:spMkLst>
        </pc:spChg>
        <pc:picChg chg="mod">
          <ac:chgData name="Shanton" userId="1dc0a4aa-99b4-4a4a-a600-29d4fd849735" providerId="ADAL" clId="{328F583C-CA8A-43A3-8FDD-BE71900B1B7F}" dt="2023-08-09T08:14:54.904" v="1777" actId="26606"/>
          <ac:picMkLst>
            <pc:docMk/>
            <pc:sldMk cId="2020482875" sldId="3536"/>
            <ac:picMk id="1040" creationId="{9BAAEC6B-2D43-207B-93A9-6F55B9BF55B6}"/>
          </ac:picMkLst>
        </pc:picChg>
      </pc:sldChg>
      <pc:sldChg chg="addSp delSp modSp add mod setBg modAnim delDesignElem">
        <pc:chgData name="Shanton" userId="1dc0a4aa-99b4-4a4a-a600-29d4fd849735" providerId="ADAL" clId="{328F583C-CA8A-43A3-8FDD-BE71900B1B7F}" dt="2023-08-09T08:47:10.581" v="4563" actId="26606"/>
        <pc:sldMkLst>
          <pc:docMk/>
          <pc:sldMk cId="3055489456" sldId="3537"/>
        </pc:sldMkLst>
        <pc:spChg chg="mod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2" creationId="{14E60754-1719-69E9-0A06-9E4291695590}"/>
          </ac:spMkLst>
        </pc:spChg>
        <pc:spChg chg="mod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20" creationId="{B3605575-D7F9-67D9-B233-2BE2E97A3E81}"/>
          </ac:spMkLst>
        </pc:spChg>
        <pc:spChg chg="add del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1042" creationId="{45D37F4E-DDB4-456B-97E0-9937730A039F}"/>
          </ac:spMkLst>
        </pc:spChg>
        <pc:spChg chg="add del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1043" creationId="{B2DD41CD-8F47-4F56-AD12-4E2FF7696987}"/>
          </ac:spMkLst>
        </pc:spChg>
        <pc:spChg chg="del">
          <ac:chgData name="Shanton" userId="1dc0a4aa-99b4-4a4a-a600-29d4fd849735" providerId="ADAL" clId="{328F583C-CA8A-43A3-8FDD-BE71900B1B7F}" dt="2023-08-09T08:29:46.679" v="3205"/>
          <ac:spMkLst>
            <pc:docMk/>
            <pc:sldMk cId="3055489456" sldId="3537"/>
            <ac:spMk id="1045" creationId="{45D37F4E-DDB4-456B-97E0-9937730A039F}"/>
          </ac:spMkLst>
        </pc:spChg>
        <pc:spChg chg="del">
          <ac:chgData name="Shanton" userId="1dc0a4aa-99b4-4a4a-a600-29d4fd849735" providerId="ADAL" clId="{328F583C-CA8A-43A3-8FDD-BE71900B1B7F}" dt="2023-08-09T08:29:46.679" v="3205"/>
          <ac:spMkLst>
            <pc:docMk/>
            <pc:sldMk cId="3055489456" sldId="3537"/>
            <ac:spMk id="1047" creationId="{B2DD41CD-8F47-4F56-AD12-4E2FF7696987}"/>
          </ac:spMkLst>
        </pc:spChg>
        <pc:spChg chg="add del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1048" creationId="{DB304A14-32D0-4873-B914-423ED7B8DAFD}"/>
          </ac:spMkLst>
        </pc:spChg>
        <pc:spChg chg="add del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1050" creationId="{1D460C86-854F-4FB3-ABC2-E823D8FEB9DB}"/>
          </ac:spMkLst>
        </pc:spChg>
        <pc:spChg chg="add del">
          <ac:chgData name="Shanton" userId="1dc0a4aa-99b4-4a4a-a600-29d4fd849735" providerId="ADAL" clId="{328F583C-CA8A-43A3-8FDD-BE71900B1B7F}" dt="2023-08-09T08:47:10.581" v="4563" actId="26606"/>
          <ac:spMkLst>
            <pc:docMk/>
            <pc:sldMk cId="3055489456" sldId="3537"/>
            <ac:spMk id="1052" creationId="{BB48116A-278A-4CC5-89D3-9DE8E8FF1245}"/>
          </ac:spMkLst>
        </pc:spChg>
        <pc:picChg chg="mod">
          <ac:chgData name="Shanton" userId="1dc0a4aa-99b4-4a4a-a600-29d4fd849735" providerId="ADAL" clId="{328F583C-CA8A-43A3-8FDD-BE71900B1B7F}" dt="2023-08-09T08:47:10.581" v="4563" actId="26606"/>
          <ac:picMkLst>
            <pc:docMk/>
            <pc:sldMk cId="3055489456" sldId="3537"/>
            <ac:picMk id="1040" creationId="{9BAAEC6B-2D43-207B-93A9-6F55B9BF55B6}"/>
          </ac:picMkLst>
        </pc:picChg>
      </pc:sldChg>
      <pc:sldChg chg="delSp add del setBg delDesignElem">
        <pc:chgData name="Shanton" userId="1dc0a4aa-99b4-4a4a-a600-29d4fd849735" providerId="ADAL" clId="{328F583C-CA8A-43A3-8FDD-BE71900B1B7F}" dt="2023-08-09T08:23:42.174" v="2486" actId="47"/>
        <pc:sldMkLst>
          <pc:docMk/>
          <pc:sldMk cId="4092757030" sldId="3537"/>
        </pc:sldMkLst>
        <pc:spChg chg="del">
          <ac:chgData name="Shanton" userId="1dc0a4aa-99b4-4a4a-a600-29d4fd849735" providerId="ADAL" clId="{328F583C-CA8A-43A3-8FDD-BE71900B1B7F}" dt="2023-08-09T08:15:21.578" v="1824"/>
          <ac:spMkLst>
            <pc:docMk/>
            <pc:sldMk cId="4092757030" sldId="3537"/>
            <ac:spMk id="1044" creationId="{F13C74B1-5B17-4795-BED0-7140497B445A}"/>
          </ac:spMkLst>
        </pc:spChg>
        <pc:spChg chg="del">
          <ac:chgData name="Shanton" userId="1dc0a4aa-99b4-4a4a-a600-29d4fd849735" providerId="ADAL" clId="{328F583C-CA8A-43A3-8FDD-BE71900B1B7F}" dt="2023-08-09T08:15:21.578" v="1824"/>
          <ac:spMkLst>
            <pc:docMk/>
            <pc:sldMk cId="4092757030" sldId="3537"/>
            <ac:spMk id="1046" creationId="{D4974D33-8DC5-464E-8C6D-BE58F0669C17}"/>
          </ac:spMkLst>
        </pc:spChg>
      </pc:sldChg>
      <pc:sldChg chg="delSp add del setBg delDesignElem">
        <pc:chgData name="Shanton" userId="1dc0a4aa-99b4-4a4a-a600-29d4fd849735" providerId="ADAL" clId="{328F583C-CA8A-43A3-8FDD-BE71900B1B7F}" dt="2023-08-09T08:33:45.271" v="3406" actId="47"/>
        <pc:sldMkLst>
          <pc:docMk/>
          <pc:sldMk cId="305999657" sldId="3538"/>
        </pc:sldMkLst>
        <pc:spChg chg="del">
          <ac:chgData name="Shanton" userId="1dc0a4aa-99b4-4a4a-a600-29d4fd849735" providerId="ADAL" clId="{328F583C-CA8A-43A3-8FDD-BE71900B1B7F}" dt="2023-08-09T08:33:40.430" v="3405"/>
          <ac:spMkLst>
            <pc:docMk/>
            <pc:sldMk cId="305999657" sldId="3538"/>
            <ac:spMk id="1045" creationId="{45D37F4E-DDB4-456B-97E0-9937730A039F}"/>
          </ac:spMkLst>
        </pc:spChg>
        <pc:spChg chg="del">
          <ac:chgData name="Shanton" userId="1dc0a4aa-99b4-4a4a-a600-29d4fd849735" providerId="ADAL" clId="{328F583C-CA8A-43A3-8FDD-BE71900B1B7F}" dt="2023-08-09T08:33:40.430" v="3405"/>
          <ac:spMkLst>
            <pc:docMk/>
            <pc:sldMk cId="305999657" sldId="3538"/>
            <ac:spMk id="1047" creationId="{B2DD41CD-8F47-4F56-AD12-4E2FF7696987}"/>
          </ac:spMkLst>
        </pc:spChg>
      </pc:sldChg>
      <pc:sldChg chg="addSp delSp modSp add mod setBg modAnim delDesignElem">
        <pc:chgData name="Shanton" userId="1dc0a4aa-99b4-4a4a-a600-29d4fd849735" providerId="ADAL" clId="{328F583C-CA8A-43A3-8FDD-BE71900B1B7F}" dt="2023-08-09T08:38:10.906" v="3755" actId="20577"/>
        <pc:sldMkLst>
          <pc:docMk/>
          <pc:sldMk cId="2626341917" sldId="3538"/>
        </pc:sldMkLst>
        <pc:spChg chg="mod">
          <ac:chgData name="Shanton" userId="1dc0a4aa-99b4-4a4a-a600-29d4fd849735" providerId="ADAL" clId="{328F583C-CA8A-43A3-8FDD-BE71900B1B7F}" dt="2023-08-09T08:34:28.048" v="3441" actId="26606"/>
          <ac:spMkLst>
            <pc:docMk/>
            <pc:sldMk cId="2626341917" sldId="3538"/>
            <ac:spMk id="2" creationId="{1C990185-D8C1-3A0B-FE4C-8B9A2938A95E}"/>
          </ac:spMkLst>
        </pc:spChg>
        <pc:spChg chg="del mod ord">
          <ac:chgData name="Shanton" userId="1dc0a4aa-99b4-4a4a-a600-29d4fd849735" providerId="ADAL" clId="{328F583C-CA8A-43A3-8FDD-BE71900B1B7F}" dt="2023-08-09T08:34:46.364" v="3443" actId="478"/>
          <ac:spMkLst>
            <pc:docMk/>
            <pc:sldMk cId="2626341917" sldId="3538"/>
            <ac:spMk id="3" creationId="{87E9BAC0-0CA8-63B7-5861-6E78F6EE76C1}"/>
          </ac:spMkLst>
        </pc:spChg>
        <pc:spChg chg="add del mod">
          <ac:chgData name="Shanton" userId="1dc0a4aa-99b4-4a4a-a600-29d4fd849735" providerId="ADAL" clId="{328F583C-CA8A-43A3-8FDD-BE71900B1B7F}" dt="2023-08-09T08:34:47.208" v="3444"/>
          <ac:spMkLst>
            <pc:docMk/>
            <pc:sldMk cId="2626341917" sldId="3538"/>
            <ac:spMk id="5" creationId="{B53C53C7-A37B-23E5-67EA-68B8D7B65D57}"/>
          </ac:spMkLst>
        </pc:spChg>
        <pc:spChg chg="add mod">
          <ac:chgData name="Shanton" userId="1dc0a4aa-99b4-4a4a-a600-29d4fd849735" providerId="ADAL" clId="{328F583C-CA8A-43A3-8FDD-BE71900B1B7F}" dt="2023-08-09T08:38:10.906" v="3755" actId="20577"/>
          <ac:spMkLst>
            <pc:docMk/>
            <pc:sldMk cId="2626341917" sldId="3538"/>
            <ac:spMk id="6" creationId="{2D00D6BF-8E29-BA64-BBDD-A805BF804033}"/>
          </ac:spMkLst>
        </pc:spChg>
        <pc:spChg chg="add">
          <ac:chgData name="Shanton" userId="1dc0a4aa-99b4-4a4a-a600-29d4fd849735" providerId="ADAL" clId="{328F583C-CA8A-43A3-8FDD-BE71900B1B7F}" dt="2023-08-09T08:34:28.048" v="3441" actId="26606"/>
          <ac:spMkLst>
            <pc:docMk/>
            <pc:sldMk cId="2626341917" sldId="3538"/>
            <ac:spMk id="13" creationId="{2C61293E-6EBE-43EF-A52C-9BEBFD7679D4}"/>
          </ac:spMkLst>
        </pc:spChg>
        <pc:spChg chg="add">
          <ac:chgData name="Shanton" userId="1dc0a4aa-99b4-4a4a-a600-29d4fd849735" providerId="ADAL" clId="{328F583C-CA8A-43A3-8FDD-BE71900B1B7F}" dt="2023-08-09T08:34:28.048" v="3441" actId="26606"/>
          <ac:spMkLst>
            <pc:docMk/>
            <pc:sldMk cId="2626341917" sldId="3538"/>
            <ac:spMk id="15" creationId="{21540236-BFD5-4A9D-8840-4703E7F76825}"/>
          </ac:spMkLst>
        </pc:spChg>
        <pc:spChg chg="del">
          <ac:chgData name="Shanton" userId="1dc0a4aa-99b4-4a4a-a600-29d4fd849735" providerId="ADAL" clId="{328F583C-CA8A-43A3-8FDD-BE71900B1B7F}" dt="2023-08-09T08:33:47.756" v="3408"/>
          <ac:spMkLst>
            <pc:docMk/>
            <pc:sldMk cId="2626341917" sldId="3538"/>
            <ac:spMk id="56" creationId="{F13C74B1-5B17-4795-BED0-7140497B445A}"/>
          </ac:spMkLst>
        </pc:spChg>
        <pc:spChg chg="del">
          <ac:chgData name="Shanton" userId="1dc0a4aa-99b4-4a4a-a600-29d4fd849735" providerId="ADAL" clId="{328F583C-CA8A-43A3-8FDD-BE71900B1B7F}" dt="2023-08-09T08:33:47.756" v="3408"/>
          <ac:spMkLst>
            <pc:docMk/>
            <pc:sldMk cId="2626341917" sldId="3538"/>
            <ac:spMk id="58" creationId="{D4974D33-8DC5-464E-8C6D-BE58F0669C17}"/>
          </ac:spMkLst>
        </pc:spChg>
        <pc:picChg chg="mod">
          <ac:chgData name="Shanton" userId="1dc0a4aa-99b4-4a4a-a600-29d4fd849735" providerId="ADAL" clId="{328F583C-CA8A-43A3-8FDD-BE71900B1B7F}" dt="2023-08-09T08:34:28.048" v="3441" actId="26606"/>
          <ac:picMkLst>
            <pc:docMk/>
            <pc:sldMk cId="2626341917" sldId="3538"/>
            <ac:picMk id="8" creationId="{7E80C52D-3574-8B8E-B354-6CEFA1EB717B}"/>
          </ac:picMkLst>
        </pc:picChg>
      </pc:sldChg>
      <pc:sldChg chg="addSp delSp modSp add mod setBg delDesignElem">
        <pc:chgData name="Shanton" userId="1dc0a4aa-99b4-4a4a-a600-29d4fd849735" providerId="ADAL" clId="{328F583C-CA8A-43A3-8FDD-BE71900B1B7F}" dt="2023-08-09T08:46:10.858" v="4522" actId="113"/>
        <pc:sldMkLst>
          <pc:docMk/>
          <pc:sldMk cId="2738709705" sldId="3539"/>
        </pc:sldMkLst>
        <pc:spChg chg="mod">
          <ac:chgData name="Shanton" userId="1dc0a4aa-99b4-4a4a-a600-29d4fd849735" providerId="ADAL" clId="{328F583C-CA8A-43A3-8FDD-BE71900B1B7F}" dt="2023-08-09T08:39:25.976" v="3790" actId="20577"/>
          <ac:spMkLst>
            <pc:docMk/>
            <pc:sldMk cId="2738709705" sldId="3539"/>
            <ac:spMk id="2" creationId="{1C990185-D8C1-3A0B-FE4C-8B9A2938A95E}"/>
          </ac:spMkLst>
        </pc:spChg>
        <pc:spChg chg="mod">
          <ac:chgData name="Shanton" userId="1dc0a4aa-99b4-4a4a-a600-29d4fd849735" providerId="ADAL" clId="{328F583C-CA8A-43A3-8FDD-BE71900B1B7F}" dt="2023-08-09T08:46:10.858" v="4522" actId="113"/>
          <ac:spMkLst>
            <pc:docMk/>
            <pc:sldMk cId="2738709705" sldId="3539"/>
            <ac:spMk id="3" creationId="{87E9BAC0-0CA8-63B7-5861-6E78F6EE76C1}"/>
          </ac:spMkLst>
        </pc:spChg>
        <pc:spChg chg="add">
          <ac:chgData name="Shanton" userId="1dc0a4aa-99b4-4a4a-a600-29d4fd849735" providerId="ADAL" clId="{328F583C-CA8A-43A3-8FDD-BE71900B1B7F}" dt="2023-08-09T08:39:09.715" v="3756" actId="26606"/>
          <ac:spMkLst>
            <pc:docMk/>
            <pc:sldMk cId="2738709705" sldId="3539"/>
            <ac:spMk id="13" creationId="{45D37F4E-DDB4-456B-97E0-9937730A039F}"/>
          </ac:spMkLst>
        </pc:spChg>
        <pc:spChg chg="add">
          <ac:chgData name="Shanton" userId="1dc0a4aa-99b4-4a4a-a600-29d4fd849735" providerId="ADAL" clId="{328F583C-CA8A-43A3-8FDD-BE71900B1B7F}" dt="2023-08-09T08:39:09.715" v="3756" actId="26606"/>
          <ac:spMkLst>
            <pc:docMk/>
            <pc:sldMk cId="2738709705" sldId="3539"/>
            <ac:spMk id="15" creationId="{B2DD41CD-8F47-4F56-AD12-4E2FF7696987}"/>
          </ac:spMkLst>
        </pc:spChg>
        <pc:spChg chg="del">
          <ac:chgData name="Shanton" userId="1dc0a4aa-99b4-4a4a-a600-29d4fd849735" providerId="ADAL" clId="{328F583C-CA8A-43A3-8FDD-BE71900B1B7F}" dt="2023-08-09T08:33:50.094" v="3410"/>
          <ac:spMkLst>
            <pc:docMk/>
            <pc:sldMk cId="2738709705" sldId="3539"/>
            <ac:spMk id="56" creationId="{F13C74B1-5B17-4795-BED0-7140497B445A}"/>
          </ac:spMkLst>
        </pc:spChg>
        <pc:spChg chg="del">
          <ac:chgData name="Shanton" userId="1dc0a4aa-99b4-4a4a-a600-29d4fd849735" providerId="ADAL" clId="{328F583C-CA8A-43A3-8FDD-BE71900B1B7F}" dt="2023-08-09T08:33:50.094" v="3410"/>
          <ac:spMkLst>
            <pc:docMk/>
            <pc:sldMk cId="2738709705" sldId="3539"/>
            <ac:spMk id="58" creationId="{D4974D33-8DC5-464E-8C6D-BE58F0669C17}"/>
          </ac:spMkLst>
        </pc:spChg>
        <pc:picChg chg="mod">
          <ac:chgData name="Shanton" userId="1dc0a4aa-99b4-4a4a-a600-29d4fd849735" providerId="ADAL" clId="{328F583C-CA8A-43A3-8FDD-BE71900B1B7F}" dt="2023-08-09T08:39:09.715" v="3756" actId="26606"/>
          <ac:picMkLst>
            <pc:docMk/>
            <pc:sldMk cId="2738709705" sldId="3539"/>
            <ac:picMk id="8" creationId="{7E80C52D-3574-8B8E-B354-6CEFA1EB717B}"/>
          </ac:picMkLst>
        </pc:picChg>
      </pc:sldChg>
      <pc:sldChg chg="addSp delSp modSp add mod setBg delDesignElem">
        <pc:chgData name="Shanton" userId="1dc0a4aa-99b4-4a4a-a600-29d4fd849735" providerId="ADAL" clId="{328F583C-CA8A-43A3-8FDD-BE71900B1B7F}" dt="2023-08-09T08:46:58.862" v="4561" actId="5793"/>
        <pc:sldMkLst>
          <pc:docMk/>
          <pc:sldMk cId="3018727228" sldId="3540"/>
        </pc:sldMkLst>
        <pc:spChg chg="mod">
          <ac:chgData name="Shanton" userId="1dc0a4aa-99b4-4a4a-a600-29d4fd849735" providerId="ADAL" clId="{328F583C-CA8A-43A3-8FDD-BE71900B1B7F}" dt="2023-08-09T08:46:45.942" v="4547" actId="20577"/>
          <ac:spMkLst>
            <pc:docMk/>
            <pc:sldMk cId="3018727228" sldId="3540"/>
            <ac:spMk id="2" creationId="{1C990185-D8C1-3A0B-FE4C-8B9A2938A95E}"/>
          </ac:spMkLst>
        </pc:spChg>
        <pc:spChg chg="mod">
          <ac:chgData name="Shanton" userId="1dc0a4aa-99b4-4a4a-a600-29d4fd849735" providerId="ADAL" clId="{328F583C-CA8A-43A3-8FDD-BE71900B1B7F}" dt="2023-08-09T08:46:58.862" v="4561" actId="5793"/>
          <ac:spMkLst>
            <pc:docMk/>
            <pc:sldMk cId="3018727228" sldId="3540"/>
            <ac:spMk id="3" creationId="{87E9BAC0-0CA8-63B7-5861-6E78F6EE76C1}"/>
          </ac:spMkLst>
        </pc:spChg>
        <pc:spChg chg="add">
          <ac:chgData name="Shanton" userId="1dc0a4aa-99b4-4a4a-a600-29d4fd849735" providerId="ADAL" clId="{328F583C-CA8A-43A3-8FDD-BE71900B1B7F}" dt="2023-08-09T08:46:34.113" v="4525" actId="26606"/>
          <ac:spMkLst>
            <pc:docMk/>
            <pc:sldMk cId="3018727228" sldId="3540"/>
            <ac:spMk id="10" creationId="{DB304A14-32D0-4873-B914-423ED7B8DAFD}"/>
          </ac:spMkLst>
        </pc:spChg>
        <pc:spChg chg="add">
          <ac:chgData name="Shanton" userId="1dc0a4aa-99b4-4a4a-a600-29d4fd849735" providerId="ADAL" clId="{328F583C-CA8A-43A3-8FDD-BE71900B1B7F}" dt="2023-08-09T08:46:34.113" v="4525" actId="26606"/>
          <ac:spMkLst>
            <pc:docMk/>
            <pc:sldMk cId="3018727228" sldId="3540"/>
            <ac:spMk id="11" creationId="{1D460C86-854F-4FB3-ABC2-E823D8FEB9DB}"/>
          </ac:spMkLst>
        </pc:spChg>
        <pc:spChg chg="del">
          <ac:chgData name="Shanton" userId="1dc0a4aa-99b4-4a4a-a600-29d4fd849735" providerId="ADAL" clId="{328F583C-CA8A-43A3-8FDD-BE71900B1B7F}" dt="2023-08-09T08:46:21.777" v="4524"/>
          <ac:spMkLst>
            <pc:docMk/>
            <pc:sldMk cId="3018727228" sldId="3540"/>
            <ac:spMk id="13" creationId="{45D37F4E-DDB4-456B-97E0-9937730A039F}"/>
          </ac:spMkLst>
        </pc:spChg>
        <pc:spChg chg="del">
          <ac:chgData name="Shanton" userId="1dc0a4aa-99b4-4a4a-a600-29d4fd849735" providerId="ADAL" clId="{328F583C-CA8A-43A3-8FDD-BE71900B1B7F}" dt="2023-08-09T08:46:21.777" v="4524"/>
          <ac:spMkLst>
            <pc:docMk/>
            <pc:sldMk cId="3018727228" sldId="3540"/>
            <ac:spMk id="15" creationId="{B2DD41CD-8F47-4F56-AD12-4E2FF7696987}"/>
          </ac:spMkLst>
        </pc:spChg>
        <pc:spChg chg="add">
          <ac:chgData name="Shanton" userId="1dc0a4aa-99b4-4a4a-a600-29d4fd849735" providerId="ADAL" clId="{328F583C-CA8A-43A3-8FDD-BE71900B1B7F}" dt="2023-08-09T08:46:34.113" v="4525" actId="26606"/>
          <ac:spMkLst>
            <pc:docMk/>
            <pc:sldMk cId="3018727228" sldId="3540"/>
            <ac:spMk id="17" creationId="{BB48116A-278A-4CC5-89D3-9DE8E8FF1245}"/>
          </ac:spMkLst>
        </pc:spChg>
        <pc:picChg chg="mod">
          <ac:chgData name="Shanton" userId="1dc0a4aa-99b4-4a4a-a600-29d4fd849735" providerId="ADAL" clId="{328F583C-CA8A-43A3-8FDD-BE71900B1B7F}" dt="2023-08-09T08:46:34.113" v="4525" actId="26606"/>
          <ac:picMkLst>
            <pc:docMk/>
            <pc:sldMk cId="3018727228" sldId="3540"/>
            <ac:picMk id="8" creationId="{7E80C52D-3574-8B8E-B354-6CEFA1EB717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5DEE4A-995E-420E-A1CE-30DA0F202F61}" type="doc">
      <dgm:prSet loTypeId="urn:microsoft.com/office/officeart/2016/7/layout/HorizontalActionList" loCatId="List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97471966-A7A4-4147-8E4A-E9CB00F24D98}">
      <dgm:prSet/>
      <dgm:spPr/>
      <dgm:t>
        <a:bodyPr/>
        <a:lstStyle/>
        <a:p>
          <a:r>
            <a:rPr lang="en-US" dirty="0"/>
            <a:t>Qualitative Methods</a:t>
          </a:r>
        </a:p>
      </dgm:t>
    </dgm:pt>
    <dgm:pt modelId="{583A2F61-2990-4C73-918B-BE2FA3B51D35}" type="parTrans" cxnId="{67062FAB-A5B7-48AD-AB9F-1C81133E1453}">
      <dgm:prSet/>
      <dgm:spPr/>
      <dgm:t>
        <a:bodyPr/>
        <a:lstStyle/>
        <a:p>
          <a:endParaRPr lang="en-US"/>
        </a:p>
      </dgm:t>
    </dgm:pt>
    <dgm:pt modelId="{1180CA6D-5995-46C2-837F-AB753146C37D}" type="sibTrans" cxnId="{67062FAB-A5B7-48AD-AB9F-1C81133E1453}">
      <dgm:prSet/>
      <dgm:spPr/>
      <dgm:t>
        <a:bodyPr/>
        <a:lstStyle/>
        <a:p>
          <a:endParaRPr lang="en-US"/>
        </a:p>
      </dgm:t>
    </dgm:pt>
    <dgm:pt modelId="{59D30CC4-F463-482E-AAC7-9D1865E78CC3}">
      <dgm:prSet/>
      <dgm:spPr/>
      <dgm:t>
        <a:bodyPr/>
        <a:lstStyle/>
        <a:p>
          <a:r>
            <a:rPr lang="en-US" dirty="0"/>
            <a:t>What are Qualitative Methods?</a:t>
          </a:r>
        </a:p>
      </dgm:t>
    </dgm:pt>
    <dgm:pt modelId="{0A04272E-ADDA-4B63-80EB-B48E6B1E1090}" type="parTrans" cxnId="{096BF07B-CA86-43E8-813C-E6A321541653}">
      <dgm:prSet/>
      <dgm:spPr/>
      <dgm:t>
        <a:bodyPr/>
        <a:lstStyle/>
        <a:p>
          <a:endParaRPr lang="en-US"/>
        </a:p>
      </dgm:t>
    </dgm:pt>
    <dgm:pt modelId="{497AA2F5-81AA-42C8-8E29-0C7C8E5C5A4D}" type="sibTrans" cxnId="{096BF07B-CA86-43E8-813C-E6A321541653}">
      <dgm:prSet/>
      <dgm:spPr/>
      <dgm:t>
        <a:bodyPr/>
        <a:lstStyle/>
        <a:p>
          <a:endParaRPr lang="en-US"/>
        </a:p>
      </dgm:t>
    </dgm:pt>
    <dgm:pt modelId="{FC744841-EFED-494D-B9EE-269A7171FBEB}">
      <dgm:prSet/>
      <dgm:spPr/>
      <dgm:t>
        <a:bodyPr/>
        <a:lstStyle/>
        <a:p>
          <a:r>
            <a:rPr lang="en-US" dirty="0"/>
            <a:t>What are qualitative methods used for?</a:t>
          </a:r>
        </a:p>
      </dgm:t>
    </dgm:pt>
    <dgm:pt modelId="{0688FC1B-E8CC-440F-B7A2-9C93590A90F9}" type="parTrans" cxnId="{903B4F8E-CF91-4F95-B55D-125CC1D586DC}">
      <dgm:prSet/>
      <dgm:spPr/>
      <dgm:t>
        <a:bodyPr/>
        <a:lstStyle/>
        <a:p>
          <a:endParaRPr lang="en-US"/>
        </a:p>
      </dgm:t>
    </dgm:pt>
    <dgm:pt modelId="{6C4C7C92-F282-47CA-BF7D-D2DC11E6E771}" type="sibTrans" cxnId="{903B4F8E-CF91-4F95-B55D-125CC1D586DC}">
      <dgm:prSet/>
      <dgm:spPr/>
      <dgm:t>
        <a:bodyPr/>
        <a:lstStyle/>
        <a:p>
          <a:endParaRPr lang="en-US"/>
        </a:p>
      </dgm:t>
    </dgm:pt>
    <dgm:pt modelId="{40AC4438-0BDC-429E-AA9A-19260AFADB32}">
      <dgm:prSet/>
      <dgm:spPr/>
      <dgm:t>
        <a:bodyPr/>
        <a:lstStyle/>
        <a:p>
          <a:r>
            <a:rPr lang="en-US" dirty="0"/>
            <a:t>Quantitative Methods</a:t>
          </a:r>
        </a:p>
      </dgm:t>
    </dgm:pt>
    <dgm:pt modelId="{338CD96B-EB1F-404D-B832-C175D63518A8}" type="parTrans" cxnId="{B006FA9F-0DFC-4D59-9ACB-FE4CBFEDD843}">
      <dgm:prSet/>
      <dgm:spPr/>
      <dgm:t>
        <a:bodyPr/>
        <a:lstStyle/>
        <a:p>
          <a:endParaRPr lang="en-US"/>
        </a:p>
      </dgm:t>
    </dgm:pt>
    <dgm:pt modelId="{0D59DE08-9391-4A4F-B208-1F283E60989A}" type="sibTrans" cxnId="{B006FA9F-0DFC-4D59-9ACB-FE4CBFEDD843}">
      <dgm:prSet/>
      <dgm:spPr/>
      <dgm:t>
        <a:bodyPr/>
        <a:lstStyle/>
        <a:p>
          <a:endParaRPr lang="en-US"/>
        </a:p>
      </dgm:t>
    </dgm:pt>
    <dgm:pt modelId="{3A8F42F0-0559-463B-85D1-FB76AE730D37}">
      <dgm:prSet/>
      <dgm:spPr/>
      <dgm:t>
        <a:bodyPr/>
        <a:lstStyle/>
        <a:p>
          <a:r>
            <a:rPr lang="en-US" dirty="0"/>
            <a:t>What are Quantitative Methods?</a:t>
          </a:r>
        </a:p>
      </dgm:t>
    </dgm:pt>
    <dgm:pt modelId="{A724B8CA-7F74-4062-8F00-391ED7837BD0}" type="parTrans" cxnId="{8C5E2A43-DCD6-4FCF-AF22-4CBAD8326554}">
      <dgm:prSet/>
      <dgm:spPr/>
      <dgm:t>
        <a:bodyPr/>
        <a:lstStyle/>
        <a:p>
          <a:endParaRPr lang="en-US"/>
        </a:p>
      </dgm:t>
    </dgm:pt>
    <dgm:pt modelId="{98A36811-653F-4D43-AE4B-CDF3413FE851}" type="sibTrans" cxnId="{8C5E2A43-DCD6-4FCF-AF22-4CBAD8326554}">
      <dgm:prSet/>
      <dgm:spPr/>
      <dgm:t>
        <a:bodyPr/>
        <a:lstStyle/>
        <a:p>
          <a:endParaRPr lang="en-US"/>
        </a:p>
      </dgm:t>
    </dgm:pt>
    <dgm:pt modelId="{0A13E2BF-B78D-441B-A353-37BE531F8CB1}">
      <dgm:prSet/>
      <dgm:spPr/>
      <dgm:t>
        <a:bodyPr/>
        <a:lstStyle/>
        <a:p>
          <a:r>
            <a:rPr lang="en-US" dirty="0"/>
            <a:t>What are quantitative methods used for?</a:t>
          </a:r>
        </a:p>
      </dgm:t>
    </dgm:pt>
    <dgm:pt modelId="{9548A960-6B86-45D8-BD00-5C04AB7FDDFC}" type="parTrans" cxnId="{062861AC-B94F-44E9-AC77-BBA9407943C0}">
      <dgm:prSet/>
      <dgm:spPr/>
      <dgm:t>
        <a:bodyPr/>
        <a:lstStyle/>
        <a:p>
          <a:endParaRPr lang="en-US"/>
        </a:p>
      </dgm:t>
    </dgm:pt>
    <dgm:pt modelId="{9A5144C5-85CB-4C0E-A6D3-A9CDADC23171}" type="sibTrans" cxnId="{062861AC-B94F-44E9-AC77-BBA9407943C0}">
      <dgm:prSet/>
      <dgm:spPr/>
      <dgm:t>
        <a:bodyPr/>
        <a:lstStyle/>
        <a:p>
          <a:endParaRPr lang="en-US"/>
        </a:p>
      </dgm:t>
    </dgm:pt>
    <dgm:pt modelId="{270BDACA-9318-4D33-A3F7-276C5958E68B}">
      <dgm:prSet/>
      <dgm:spPr/>
      <dgm:t>
        <a:bodyPr/>
        <a:lstStyle/>
        <a:p>
          <a:endParaRPr lang="en-US" dirty="0"/>
        </a:p>
      </dgm:t>
    </dgm:pt>
    <dgm:pt modelId="{7793C745-4DDB-4643-ADE1-DE751002E9F6}" type="parTrans" cxnId="{28DB3CE7-42CE-44BC-AD70-1162C3AC3FAA}">
      <dgm:prSet/>
      <dgm:spPr/>
      <dgm:t>
        <a:bodyPr/>
        <a:lstStyle/>
        <a:p>
          <a:endParaRPr lang="en-US"/>
        </a:p>
      </dgm:t>
    </dgm:pt>
    <dgm:pt modelId="{01478CF4-1EBD-45BC-B07E-873D959F59BE}" type="sibTrans" cxnId="{28DB3CE7-42CE-44BC-AD70-1162C3AC3FAA}">
      <dgm:prSet/>
      <dgm:spPr/>
      <dgm:t>
        <a:bodyPr/>
        <a:lstStyle/>
        <a:p>
          <a:endParaRPr lang="en-US"/>
        </a:p>
      </dgm:t>
    </dgm:pt>
    <dgm:pt modelId="{5F567DD3-50D1-41DA-9285-1C7D8003E50F}">
      <dgm:prSet/>
      <dgm:spPr/>
      <dgm:t>
        <a:bodyPr/>
        <a:lstStyle/>
        <a:p>
          <a:r>
            <a:rPr lang="en-US" dirty="0"/>
            <a:t>Mixed Methods</a:t>
          </a:r>
        </a:p>
      </dgm:t>
    </dgm:pt>
    <dgm:pt modelId="{912A944C-0E0A-4FB8-BCBD-F349FB514C66}" type="parTrans" cxnId="{0750643A-1527-48C8-BE83-F5C0727AD629}">
      <dgm:prSet/>
      <dgm:spPr/>
      <dgm:t>
        <a:bodyPr/>
        <a:lstStyle/>
        <a:p>
          <a:endParaRPr lang="en-US"/>
        </a:p>
      </dgm:t>
    </dgm:pt>
    <dgm:pt modelId="{D21E828D-A850-47EC-BA0D-D1B5A08D9C9A}" type="sibTrans" cxnId="{0750643A-1527-48C8-BE83-F5C0727AD629}">
      <dgm:prSet/>
      <dgm:spPr/>
      <dgm:t>
        <a:bodyPr/>
        <a:lstStyle/>
        <a:p>
          <a:endParaRPr lang="en-US"/>
        </a:p>
      </dgm:t>
    </dgm:pt>
    <dgm:pt modelId="{C5E4BCD0-E31E-4C17-821F-685BB8673D27}">
      <dgm:prSet/>
      <dgm:spPr/>
      <dgm:t>
        <a:bodyPr/>
        <a:lstStyle/>
        <a:p>
          <a:r>
            <a:rPr lang="en-US" dirty="0"/>
            <a:t>What about Mixed Methods?</a:t>
          </a:r>
        </a:p>
      </dgm:t>
    </dgm:pt>
    <dgm:pt modelId="{0208186A-D5EC-4561-90DA-8176826DBB01}" type="parTrans" cxnId="{DDA66499-C2AF-423D-B429-EFD0176C3EBC}">
      <dgm:prSet/>
      <dgm:spPr/>
      <dgm:t>
        <a:bodyPr/>
        <a:lstStyle/>
        <a:p>
          <a:endParaRPr lang="en-US"/>
        </a:p>
      </dgm:t>
    </dgm:pt>
    <dgm:pt modelId="{A7049ECC-46E0-489D-86D3-7AD5A117638B}" type="sibTrans" cxnId="{DDA66499-C2AF-423D-B429-EFD0176C3EBC}">
      <dgm:prSet/>
      <dgm:spPr/>
      <dgm:t>
        <a:bodyPr/>
        <a:lstStyle/>
        <a:p>
          <a:endParaRPr lang="en-US"/>
        </a:p>
      </dgm:t>
    </dgm:pt>
    <dgm:pt modelId="{64EF753C-02BC-47DE-9C32-B1BB14027861}">
      <dgm:prSet/>
      <dgm:spPr/>
      <dgm:t>
        <a:bodyPr/>
        <a:lstStyle/>
        <a:p>
          <a:r>
            <a:rPr lang="en-US" dirty="0"/>
            <a:t>What are mixed methods used for?</a:t>
          </a:r>
        </a:p>
      </dgm:t>
    </dgm:pt>
    <dgm:pt modelId="{F355DE3F-3D91-4E06-9CDB-41F5F4A009DA}" type="parTrans" cxnId="{85C48F45-BCE8-47F5-BE06-62168E71A8A3}">
      <dgm:prSet/>
      <dgm:spPr/>
      <dgm:t>
        <a:bodyPr/>
        <a:lstStyle/>
        <a:p>
          <a:endParaRPr lang="en-US"/>
        </a:p>
      </dgm:t>
    </dgm:pt>
    <dgm:pt modelId="{D858D87D-1642-495C-9F83-562516C555A7}" type="sibTrans" cxnId="{85C48F45-BCE8-47F5-BE06-62168E71A8A3}">
      <dgm:prSet/>
      <dgm:spPr/>
      <dgm:t>
        <a:bodyPr/>
        <a:lstStyle/>
        <a:p>
          <a:endParaRPr lang="en-US"/>
        </a:p>
      </dgm:t>
    </dgm:pt>
    <dgm:pt modelId="{14DD6A21-F5D9-41E9-804C-E12E8EF4F28E}">
      <dgm:prSet/>
      <dgm:spPr/>
      <dgm:t>
        <a:bodyPr/>
        <a:lstStyle/>
        <a:p>
          <a:r>
            <a:rPr lang="en-US" dirty="0"/>
            <a:t>What are the types of questions of interest to qualitative IS researchers?</a:t>
          </a:r>
        </a:p>
      </dgm:t>
    </dgm:pt>
    <dgm:pt modelId="{9A799C72-2119-4FDA-8DFA-B285B4E604A7}" type="parTrans" cxnId="{6682E983-8F3C-4E99-942E-997060F11324}">
      <dgm:prSet/>
      <dgm:spPr/>
    </dgm:pt>
    <dgm:pt modelId="{1D15C60F-CCC8-44FA-BC30-1B2274D96C19}" type="sibTrans" cxnId="{6682E983-8F3C-4E99-942E-997060F11324}">
      <dgm:prSet/>
      <dgm:spPr/>
    </dgm:pt>
    <dgm:pt modelId="{433C69B0-2F93-4ABB-89DA-897C691AFE5A}">
      <dgm:prSet/>
      <dgm:spPr/>
      <dgm:t>
        <a:bodyPr/>
        <a:lstStyle/>
        <a:p>
          <a:endParaRPr lang="en-US" dirty="0"/>
        </a:p>
      </dgm:t>
    </dgm:pt>
    <dgm:pt modelId="{1AA7FD90-97BF-4D87-9B61-3E478EF6FFB7}" type="parTrans" cxnId="{B0D5BCA1-680F-4937-827C-5952111200EA}">
      <dgm:prSet/>
      <dgm:spPr/>
    </dgm:pt>
    <dgm:pt modelId="{45D85EE4-D4A5-410C-8639-6CBB08309384}" type="sibTrans" cxnId="{B0D5BCA1-680F-4937-827C-5952111200EA}">
      <dgm:prSet/>
      <dgm:spPr/>
    </dgm:pt>
    <dgm:pt modelId="{A65C392D-635E-465A-9384-F8D0B0B34A7B}">
      <dgm:prSet/>
      <dgm:spPr/>
      <dgm:t>
        <a:bodyPr/>
        <a:lstStyle/>
        <a:p>
          <a:r>
            <a:rPr lang="en-US" dirty="0"/>
            <a:t>Let’s have a look at different qualitative methods</a:t>
          </a:r>
        </a:p>
      </dgm:t>
    </dgm:pt>
    <dgm:pt modelId="{CB4EFE26-CAF6-4ABF-854B-F64C3ABFE140}" type="parTrans" cxnId="{EA317D7E-6617-4667-AF68-160201B0130A}">
      <dgm:prSet/>
      <dgm:spPr/>
    </dgm:pt>
    <dgm:pt modelId="{28C53BDE-DEBB-403C-92B4-7B1FC7044783}" type="sibTrans" cxnId="{EA317D7E-6617-4667-AF68-160201B0130A}">
      <dgm:prSet/>
      <dgm:spPr/>
    </dgm:pt>
    <dgm:pt modelId="{55C900C8-2F5F-4804-A2F1-A7AD19D1DCB1}">
      <dgm:prSet/>
      <dgm:spPr/>
      <dgm:t>
        <a:bodyPr/>
        <a:lstStyle/>
        <a:p>
          <a:r>
            <a:rPr lang="en-US" dirty="0"/>
            <a:t>What are the types of questions of interest to quantitative IS researchers?</a:t>
          </a:r>
        </a:p>
      </dgm:t>
    </dgm:pt>
    <dgm:pt modelId="{82C3B2EB-F719-47E7-B2D3-71C48A9117E4}" type="parTrans" cxnId="{DC2D04BA-0335-435B-BD53-4EB7EAC3A54B}">
      <dgm:prSet/>
      <dgm:spPr/>
      <dgm:t>
        <a:bodyPr/>
        <a:lstStyle/>
        <a:p>
          <a:endParaRPr lang="en-AU"/>
        </a:p>
      </dgm:t>
    </dgm:pt>
    <dgm:pt modelId="{50D87A47-D75E-4109-B3EA-EA70705DB41F}" type="sibTrans" cxnId="{DC2D04BA-0335-435B-BD53-4EB7EAC3A54B}">
      <dgm:prSet/>
      <dgm:spPr/>
      <dgm:t>
        <a:bodyPr/>
        <a:lstStyle/>
        <a:p>
          <a:endParaRPr lang="en-AU"/>
        </a:p>
      </dgm:t>
    </dgm:pt>
    <dgm:pt modelId="{6B3DF6E8-C402-4AB5-BB80-15E4433CD56B}">
      <dgm:prSet/>
      <dgm:spPr/>
      <dgm:t>
        <a:bodyPr/>
        <a:lstStyle/>
        <a:p>
          <a:r>
            <a:rPr lang="en-US" dirty="0"/>
            <a:t>Let’s have a look at different quantitative methods</a:t>
          </a:r>
          <a:endParaRPr lang="en-AU" dirty="0"/>
        </a:p>
      </dgm:t>
    </dgm:pt>
    <dgm:pt modelId="{9D38D0B7-0BC1-403D-B089-672B1230ADE4}" type="parTrans" cxnId="{1BDCA3BD-805C-4B72-9099-932E48637F8C}">
      <dgm:prSet/>
      <dgm:spPr/>
      <dgm:t>
        <a:bodyPr/>
        <a:lstStyle/>
        <a:p>
          <a:endParaRPr lang="en-AU"/>
        </a:p>
      </dgm:t>
    </dgm:pt>
    <dgm:pt modelId="{34449CDA-DBBF-427F-91F4-469A5024D210}" type="sibTrans" cxnId="{1BDCA3BD-805C-4B72-9099-932E48637F8C}">
      <dgm:prSet/>
      <dgm:spPr/>
      <dgm:t>
        <a:bodyPr/>
        <a:lstStyle/>
        <a:p>
          <a:endParaRPr lang="en-AU"/>
        </a:p>
      </dgm:t>
    </dgm:pt>
    <dgm:pt modelId="{E93B0F6C-9FD1-4160-9892-0BAE0D39516E}">
      <dgm:prSet/>
      <dgm:spPr/>
      <dgm:t>
        <a:bodyPr/>
        <a:lstStyle/>
        <a:p>
          <a:r>
            <a:rPr lang="en-US" dirty="0"/>
            <a:t>What are the types of questions of interest to mixed researchers?</a:t>
          </a:r>
        </a:p>
      </dgm:t>
    </dgm:pt>
    <dgm:pt modelId="{2F3F91EF-DF9A-4B01-BEC0-44EEE05D7707}" type="parTrans" cxnId="{7EF22380-6ED5-4E96-89E3-A38DF7E26DF8}">
      <dgm:prSet/>
      <dgm:spPr/>
      <dgm:t>
        <a:bodyPr/>
        <a:lstStyle/>
        <a:p>
          <a:endParaRPr lang="en-AU"/>
        </a:p>
      </dgm:t>
    </dgm:pt>
    <dgm:pt modelId="{5A5304C8-4402-49C3-A47C-9480442A8F55}" type="sibTrans" cxnId="{7EF22380-6ED5-4E96-89E3-A38DF7E26DF8}">
      <dgm:prSet/>
      <dgm:spPr/>
      <dgm:t>
        <a:bodyPr/>
        <a:lstStyle/>
        <a:p>
          <a:endParaRPr lang="en-AU"/>
        </a:p>
      </dgm:t>
    </dgm:pt>
    <dgm:pt modelId="{0212ADC8-564D-4E2B-8E5F-78797F4661D3}">
      <dgm:prSet/>
      <dgm:spPr/>
      <dgm:t>
        <a:bodyPr/>
        <a:lstStyle/>
        <a:p>
          <a:r>
            <a:rPr lang="en-US" dirty="0"/>
            <a:t>Let’s have a look at different approaches to mixed methods</a:t>
          </a:r>
          <a:endParaRPr lang="en-AU" dirty="0"/>
        </a:p>
      </dgm:t>
    </dgm:pt>
    <dgm:pt modelId="{840E3531-A318-42B0-BBE2-B2B980395368}" type="parTrans" cxnId="{2EEAC5CD-D05F-4045-AECA-C69075F167CE}">
      <dgm:prSet/>
      <dgm:spPr/>
      <dgm:t>
        <a:bodyPr/>
        <a:lstStyle/>
        <a:p>
          <a:endParaRPr lang="en-AU"/>
        </a:p>
      </dgm:t>
    </dgm:pt>
    <dgm:pt modelId="{94482B43-C580-4802-8844-2AB893BA2905}" type="sibTrans" cxnId="{2EEAC5CD-D05F-4045-AECA-C69075F167CE}">
      <dgm:prSet/>
      <dgm:spPr/>
      <dgm:t>
        <a:bodyPr/>
        <a:lstStyle/>
        <a:p>
          <a:endParaRPr lang="en-AU"/>
        </a:p>
      </dgm:t>
    </dgm:pt>
    <dgm:pt modelId="{08D0CD2D-0653-4839-A757-6B8823C01E49}" type="pres">
      <dgm:prSet presAssocID="{CC5DEE4A-995E-420E-A1CE-30DA0F202F61}" presName="Name0" presStyleCnt="0">
        <dgm:presLayoutVars>
          <dgm:dir/>
          <dgm:animLvl val="lvl"/>
          <dgm:resizeHandles val="exact"/>
        </dgm:presLayoutVars>
      </dgm:prSet>
      <dgm:spPr/>
    </dgm:pt>
    <dgm:pt modelId="{4516FBD7-0FE8-4310-BE8C-3857B0F3C0AD}" type="pres">
      <dgm:prSet presAssocID="{97471966-A7A4-4147-8E4A-E9CB00F24D98}" presName="composite" presStyleCnt="0"/>
      <dgm:spPr/>
    </dgm:pt>
    <dgm:pt modelId="{2F1C6022-E197-4F75-B85C-5FFFC587C65C}" type="pres">
      <dgm:prSet presAssocID="{97471966-A7A4-4147-8E4A-E9CB00F24D98}" presName="parTx" presStyleLbl="alignNode1" presStyleIdx="0" presStyleCnt="3">
        <dgm:presLayoutVars>
          <dgm:chMax val="0"/>
          <dgm:chPref val="0"/>
        </dgm:presLayoutVars>
      </dgm:prSet>
      <dgm:spPr/>
    </dgm:pt>
    <dgm:pt modelId="{4E9DB30A-A326-4877-884B-8A9587D5FAE8}" type="pres">
      <dgm:prSet presAssocID="{97471966-A7A4-4147-8E4A-E9CB00F24D98}" presName="desTx" presStyleLbl="alignAccFollowNode1" presStyleIdx="0" presStyleCnt="3">
        <dgm:presLayoutVars/>
      </dgm:prSet>
      <dgm:spPr/>
    </dgm:pt>
    <dgm:pt modelId="{C3F31E0A-6B75-4943-B9D2-14180C32FD6E}" type="pres">
      <dgm:prSet presAssocID="{1180CA6D-5995-46C2-837F-AB753146C37D}" presName="space" presStyleCnt="0"/>
      <dgm:spPr/>
    </dgm:pt>
    <dgm:pt modelId="{A1C6D1C1-FC1A-4589-A4B9-733803D7549D}" type="pres">
      <dgm:prSet presAssocID="{40AC4438-0BDC-429E-AA9A-19260AFADB32}" presName="composite" presStyleCnt="0"/>
      <dgm:spPr/>
    </dgm:pt>
    <dgm:pt modelId="{C33BBD8B-A545-4CC4-A6F6-2781D75BCDA2}" type="pres">
      <dgm:prSet presAssocID="{40AC4438-0BDC-429E-AA9A-19260AFADB32}" presName="parTx" presStyleLbl="alignNode1" presStyleIdx="1" presStyleCnt="3">
        <dgm:presLayoutVars>
          <dgm:chMax val="0"/>
          <dgm:chPref val="0"/>
        </dgm:presLayoutVars>
      </dgm:prSet>
      <dgm:spPr/>
    </dgm:pt>
    <dgm:pt modelId="{C416F118-1563-49A3-8452-41CF4461ADD5}" type="pres">
      <dgm:prSet presAssocID="{40AC4438-0BDC-429E-AA9A-19260AFADB32}" presName="desTx" presStyleLbl="alignAccFollowNode1" presStyleIdx="1" presStyleCnt="3">
        <dgm:presLayoutVars/>
      </dgm:prSet>
      <dgm:spPr/>
    </dgm:pt>
    <dgm:pt modelId="{069F603E-43D4-497B-83BE-590B4AD3D924}" type="pres">
      <dgm:prSet presAssocID="{0D59DE08-9391-4A4F-B208-1F283E60989A}" presName="space" presStyleCnt="0"/>
      <dgm:spPr/>
    </dgm:pt>
    <dgm:pt modelId="{94646AD2-FCB4-4F06-AF0A-0ED737A2CC62}" type="pres">
      <dgm:prSet presAssocID="{5F567DD3-50D1-41DA-9285-1C7D8003E50F}" presName="composite" presStyleCnt="0"/>
      <dgm:spPr/>
    </dgm:pt>
    <dgm:pt modelId="{806E9C74-E241-4227-9A38-43344C7F4036}" type="pres">
      <dgm:prSet presAssocID="{5F567DD3-50D1-41DA-9285-1C7D8003E50F}" presName="parTx" presStyleLbl="alignNode1" presStyleIdx="2" presStyleCnt="3">
        <dgm:presLayoutVars>
          <dgm:chMax val="0"/>
          <dgm:chPref val="0"/>
        </dgm:presLayoutVars>
      </dgm:prSet>
      <dgm:spPr/>
    </dgm:pt>
    <dgm:pt modelId="{4A2E305D-E928-4254-888A-75804964CA00}" type="pres">
      <dgm:prSet presAssocID="{5F567DD3-50D1-41DA-9285-1C7D8003E50F}" presName="desTx" presStyleLbl="alignAccFollowNode1" presStyleIdx="2" presStyleCnt="3">
        <dgm:presLayoutVars/>
      </dgm:prSet>
      <dgm:spPr/>
    </dgm:pt>
  </dgm:ptLst>
  <dgm:cxnLst>
    <dgm:cxn modelId="{95637A06-74C2-4E0A-A26C-373BC262DBB0}" type="presOf" srcId="{270BDACA-9318-4D33-A3F7-276C5958E68B}" destId="{C416F118-1563-49A3-8452-41CF4461ADD5}" srcOrd="0" destOrd="4" presId="urn:microsoft.com/office/officeart/2016/7/layout/HorizontalActionList"/>
    <dgm:cxn modelId="{A155B71C-8F6C-4597-A66B-098569517805}" type="presOf" srcId="{CC5DEE4A-995E-420E-A1CE-30DA0F202F61}" destId="{08D0CD2D-0653-4839-A757-6B8823C01E49}" srcOrd="0" destOrd="0" presId="urn:microsoft.com/office/officeart/2016/7/layout/HorizontalActionList"/>
    <dgm:cxn modelId="{B937AB22-D166-40C7-83D6-F7D0F9742F38}" type="presOf" srcId="{55C900C8-2F5F-4804-A2F1-A7AD19D1DCB1}" destId="{C416F118-1563-49A3-8452-41CF4461ADD5}" srcOrd="0" destOrd="2" presId="urn:microsoft.com/office/officeart/2016/7/layout/HorizontalActionList"/>
    <dgm:cxn modelId="{087DF228-E991-4732-86AB-B4B044C32DF2}" type="presOf" srcId="{64EF753C-02BC-47DE-9C32-B1BB14027861}" destId="{4A2E305D-E928-4254-888A-75804964CA00}" srcOrd="0" destOrd="1" presId="urn:microsoft.com/office/officeart/2016/7/layout/HorizontalActionList"/>
    <dgm:cxn modelId="{A8524334-5083-4880-B131-C9D727C59942}" type="presOf" srcId="{E93B0F6C-9FD1-4160-9892-0BAE0D39516E}" destId="{4A2E305D-E928-4254-888A-75804964CA00}" srcOrd="0" destOrd="2" presId="urn:microsoft.com/office/officeart/2016/7/layout/HorizontalActionList"/>
    <dgm:cxn modelId="{0750643A-1527-48C8-BE83-F5C0727AD629}" srcId="{CC5DEE4A-995E-420E-A1CE-30DA0F202F61}" destId="{5F567DD3-50D1-41DA-9285-1C7D8003E50F}" srcOrd="2" destOrd="0" parTransId="{912A944C-0E0A-4FB8-BCBD-F349FB514C66}" sibTransId="{D21E828D-A850-47EC-BA0D-D1B5A08D9C9A}"/>
    <dgm:cxn modelId="{8C5E2A43-DCD6-4FCF-AF22-4CBAD8326554}" srcId="{40AC4438-0BDC-429E-AA9A-19260AFADB32}" destId="{3A8F42F0-0559-463B-85D1-FB76AE730D37}" srcOrd="0" destOrd="0" parTransId="{A724B8CA-7F74-4062-8F00-391ED7837BD0}" sibTransId="{98A36811-653F-4D43-AE4B-CDF3413FE851}"/>
    <dgm:cxn modelId="{85C48F45-BCE8-47F5-BE06-62168E71A8A3}" srcId="{C5E4BCD0-E31E-4C17-821F-685BB8673D27}" destId="{64EF753C-02BC-47DE-9C32-B1BB14027861}" srcOrd="0" destOrd="0" parTransId="{F355DE3F-3D91-4E06-9CDB-41F5F4A009DA}" sibTransId="{D858D87D-1642-495C-9F83-562516C555A7}"/>
    <dgm:cxn modelId="{08056A5C-5677-44FA-A0FE-F80CFA54AB3D}" type="presOf" srcId="{6B3DF6E8-C402-4AB5-BB80-15E4433CD56B}" destId="{C416F118-1563-49A3-8452-41CF4461ADD5}" srcOrd="0" destOrd="3" presId="urn:microsoft.com/office/officeart/2016/7/layout/HorizontalActionList"/>
    <dgm:cxn modelId="{836DEC73-BB0F-47A8-B520-037F8E9A9DAC}" type="presOf" srcId="{59D30CC4-F463-482E-AAC7-9D1865E78CC3}" destId="{4E9DB30A-A326-4877-884B-8A9587D5FAE8}" srcOrd="0" destOrd="0" presId="urn:microsoft.com/office/officeart/2016/7/layout/HorizontalActionList"/>
    <dgm:cxn modelId="{0377867B-64D8-4D63-B6AE-B7B3A3574741}" type="presOf" srcId="{5F567DD3-50D1-41DA-9285-1C7D8003E50F}" destId="{806E9C74-E241-4227-9A38-43344C7F4036}" srcOrd="0" destOrd="0" presId="urn:microsoft.com/office/officeart/2016/7/layout/HorizontalActionList"/>
    <dgm:cxn modelId="{096BF07B-CA86-43E8-813C-E6A321541653}" srcId="{97471966-A7A4-4147-8E4A-E9CB00F24D98}" destId="{59D30CC4-F463-482E-AAC7-9D1865E78CC3}" srcOrd="0" destOrd="0" parTransId="{0A04272E-ADDA-4B63-80EB-B48E6B1E1090}" sibTransId="{497AA2F5-81AA-42C8-8E29-0C7C8E5C5A4D}"/>
    <dgm:cxn modelId="{EA317D7E-6617-4667-AF68-160201B0130A}" srcId="{59D30CC4-F463-482E-AAC7-9D1865E78CC3}" destId="{A65C392D-635E-465A-9384-F8D0B0B34A7B}" srcOrd="2" destOrd="0" parTransId="{CB4EFE26-CAF6-4ABF-854B-F64C3ABFE140}" sibTransId="{28C53BDE-DEBB-403C-92B4-7B1FC7044783}"/>
    <dgm:cxn modelId="{7EF22380-6ED5-4E96-89E3-A38DF7E26DF8}" srcId="{C5E4BCD0-E31E-4C17-821F-685BB8673D27}" destId="{E93B0F6C-9FD1-4160-9892-0BAE0D39516E}" srcOrd="1" destOrd="0" parTransId="{2F3F91EF-DF9A-4B01-BEC0-44EEE05D7707}" sibTransId="{5A5304C8-4402-49C3-A47C-9480442A8F55}"/>
    <dgm:cxn modelId="{6682E983-8F3C-4E99-942E-997060F11324}" srcId="{59D30CC4-F463-482E-AAC7-9D1865E78CC3}" destId="{14DD6A21-F5D9-41E9-804C-E12E8EF4F28E}" srcOrd="1" destOrd="0" parTransId="{9A799C72-2119-4FDA-8DFA-B285B4E604A7}" sibTransId="{1D15C60F-CCC8-44FA-BC30-1B2274D96C19}"/>
    <dgm:cxn modelId="{8C002D87-3CBB-4F29-93B4-264CA4041CB4}" type="presOf" srcId="{97471966-A7A4-4147-8E4A-E9CB00F24D98}" destId="{2F1C6022-E197-4F75-B85C-5FFFC587C65C}" srcOrd="0" destOrd="0" presId="urn:microsoft.com/office/officeart/2016/7/layout/HorizontalActionList"/>
    <dgm:cxn modelId="{903B4F8E-CF91-4F95-B55D-125CC1D586DC}" srcId="{59D30CC4-F463-482E-AAC7-9D1865E78CC3}" destId="{FC744841-EFED-494D-B9EE-269A7171FBEB}" srcOrd="0" destOrd="0" parTransId="{0688FC1B-E8CC-440F-B7A2-9C93590A90F9}" sibTransId="{6C4C7C92-F282-47CA-BF7D-D2DC11E6E771}"/>
    <dgm:cxn modelId="{DDA66499-C2AF-423D-B429-EFD0176C3EBC}" srcId="{5F567DD3-50D1-41DA-9285-1C7D8003E50F}" destId="{C5E4BCD0-E31E-4C17-821F-685BB8673D27}" srcOrd="0" destOrd="0" parTransId="{0208186A-D5EC-4561-90DA-8176826DBB01}" sibTransId="{A7049ECC-46E0-489D-86D3-7AD5A117638B}"/>
    <dgm:cxn modelId="{B006FA9F-0DFC-4D59-9ACB-FE4CBFEDD843}" srcId="{CC5DEE4A-995E-420E-A1CE-30DA0F202F61}" destId="{40AC4438-0BDC-429E-AA9A-19260AFADB32}" srcOrd="1" destOrd="0" parTransId="{338CD96B-EB1F-404D-B832-C175D63518A8}" sibTransId="{0D59DE08-9391-4A4F-B208-1F283E60989A}"/>
    <dgm:cxn modelId="{B0D5BCA1-680F-4937-827C-5952111200EA}" srcId="{0212ADC8-564D-4E2B-8E5F-78797F4661D3}" destId="{433C69B0-2F93-4ABB-89DA-897C691AFE5A}" srcOrd="0" destOrd="0" parTransId="{1AA7FD90-97BF-4D87-9B61-3E478EF6FFB7}" sibTransId="{45D85EE4-D4A5-410C-8639-6CBB08309384}"/>
    <dgm:cxn modelId="{67062FAB-A5B7-48AD-AB9F-1C81133E1453}" srcId="{CC5DEE4A-995E-420E-A1CE-30DA0F202F61}" destId="{97471966-A7A4-4147-8E4A-E9CB00F24D98}" srcOrd="0" destOrd="0" parTransId="{583A2F61-2990-4C73-918B-BE2FA3B51D35}" sibTransId="{1180CA6D-5995-46C2-837F-AB753146C37D}"/>
    <dgm:cxn modelId="{062861AC-B94F-44E9-AC77-BBA9407943C0}" srcId="{3A8F42F0-0559-463B-85D1-FB76AE730D37}" destId="{0A13E2BF-B78D-441B-A353-37BE531F8CB1}" srcOrd="0" destOrd="0" parTransId="{9548A960-6B86-45D8-BD00-5C04AB7FDDFC}" sibTransId="{9A5144C5-85CB-4C0E-A6D3-A9CDADC23171}"/>
    <dgm:cxn modelId="{9858A9AD-DB3E-47D4-B521-3F09F4DF9BC2}" type="presOf" srcId="{0212ADC8-564D-4E2B-8E5F-78797F4661D3}" destId="{4A2E305D-E928-4254-888A-75804964CA00}" srcOrd="0" destOrd="3" presId="urn:microsoft.com/office/officeart/2016/7/layout/HorizontalActionList"/>
    <dgm:cxn modelId="{FAF8A1AF-EC2E-4A74-9406-45B83F1150C2}" type="presOf" srcId="{C5E4BCD0-E31E-4C17-821F-685BB8673D27}" destId="{4A2E305D-E928-4254-888A-75804964CA00}" srcOrd="0" destOrd="0" presId="urn:microsoft.com/office/officeart/2016/7/layout/HorizontalActionList"/>
    <dgm:cxn modelId="{4AB296B4-6F7D-44CB-BEC9-1A5EBAF01881}" type="presOf" srcId="{FC744841-EFED-494D-B9EE-269A7171FBEB}" destId="{4E9DB30A-A326-4877-884B-8A9587D5FAE8}" srcOrd="0" destOrd="1" presId="urn:microsoft.com/office/officeart/2016/7/layout/HorizontalActionList"/>
    <dgm:cxn modelId="{6550A5B5-5C6A-4708-8DB9-C7BB1D9C8675}" type="presOf" srcId="{40AC4438-0BDC-429E-AA9A-19260AFADB32}" destId="{C33BBD8B-A545-4CC4-A6F6-2781D75BCDA2}" srcOrd="0" destOrd="0" presId="urn:microsoft.com/office/officeart/2016/7/layout/HorizontalActionList"/>
    <dgm:cxn modelId="{DC2D04BA-0335-435B-BD53-4EB7EAC3A54B}" srcId="{3A8F42F0-0559-463B-85D1-FB76AE730D37}" destId="{55C900C8-2F5F-4804-A2F1-A7AD19D1DCB1}" srcOrd="1" destOrd="0" parTransId="{82C3B2EB-F719-47E7-B2D3-71C48A9117E4}" sibTransId="{50D87A47-D75E-4109-B3EA-EA70705DB41F}"/>
    <dgm:cxn modelId="{1BDCA3BD-805C-4B72-9099-932E48637F8C}" srcId="{3A8F42F0-0559-463B-85D1-FB76AE730D37}" destId="{6B3DF6E8-C402-4AB5-BB80-15E4433CD56B}" srcOrd="2" destOrd="0" parTransId="{9D38D0B7-0BC1-403D-B089-672B1230ADE4}" sibTransId="{34449CDA-DBBF-427F-91F4-469A5024D210}"/>
    <dgm:cxn modelId="{F8F6DDC4-2295-4348-BD15-2FD8FC86403E}" type="presOf" srcId="{433C69B0-2F93-4ABB-89DA-897C691AFE5A}" destId="{4A2E305D-E928-4254-888A-75804964CA00}" srcOrd="0" destOrd="4" presId="urn:microsoft.com/office/officeart/2016/7/layout/HorizontalActionList"/>
    <dgm:cxn modelId="{5AAAD5C9-6EC7-4CE9-B09D-C70F2C28BC5F}" type="presOf" srcId="{0A13E2BF-B78D-441B-A353-37BE531F8CB1}" destId="{C416F118-1563-49A3-8452-41CF4461ADD5}" srcOrd="0" destOrd="1" presId="urn:microsoft.com/office/officeart/2016/7/layout/HorizontalActionList"/>
    <dgm:cxn modelId="{2EEAC5CD-D05F-4045-AECA-C69075F167CE}" srcId="{C5E4BCD0-E31E-4C17-821F-685BB8673D27}" destId="{0212ADC8-564D-4E2B-8E5F-78797F4661D3}" srcOrd="2" destOrd="0" parTransId="{840E3531-A318-42B0-BBE2-B2B980395368}" sibTransId="{94482B43-C580-4802-8844-2AB893BA2905}"/>
    <dgm:cxn modelId="{28DB3CE7-42CE-44BC-AD70-1162C3AC3FAA}" srcId="{3A8F42F0-0559-463B-85D1-FB76AE730D37}" destId="{270BDACA-9318-4D33-A3F7-276C5958E68B}" srcOrd="3" destOrd="0" parTransId="{7793C745-4DDB-4643-ADE1-DE751002E9F6}" sibTransId="{01478CF4-1EBD-45BC-B07E-873D959F59BE}"/>
    <dgm:cxn modelId="{A18A76EB-F512-4F05-8F54-C42DD3CAD9D8}" type="presOf" srcId="{14DD6A21-F5D9-41E9-804C-E12E8EF4F28E}" destId="{4E9DB30A-A326-4877-884B-8A9587D5FAE8}" srcOrd="0" destOrd="2" presId="urn:microsoft.com/office/officeart/2016/7/layout/HorizontalActionList"/>
    <dgm:cxn modelId="{6B7A36F8-B5F5-493E-949C-C2616317CEBA}" type="presOf" srcId="{3A8F42F0-0559-463B-85D1-FB76AE730D37}" destId="{C416F118-1563-49A3-8452-41CF4461ADD5}" srcOrd="0" destOrd="0" presId="urn:microsoft.com/office/officeart/2016/7/layout/HorizontalActionList"/>
    <dgm:cxn modelId="{58D1D7FB-4B68-4412-91EA-C9CAA4063E6D}" type="presOf" srcId="{A65C392D-635E-465A-9384-F8D0B0B34A7B}" destId="{4E9DB30A-A326-4877-884B-8A9587D5FAE8}" srcOrd="0" destOrd="3" presId="urn:microsoft.com/office/officeart/2016/7/layout/HorizontalActionList"/>
    <dgm:cxn modelId="{0642CE22-E2A7-44ED-AFB4-A062515C9C4B}" type="presParOf" srcId="{08D0CD2D-0653-4839-A757-6B8823C01E49}" destId="{4516FBD7-0FE8-4310-BE8C-3857B0F3C0AD}" srcOrd="0" destOrd="0" presId="urn:microsoft.com/office/officeart/2016/7/layout/HorizontalActionList"/>
    <dgm:cxn modelId="{D6620E56-7AF7-491C-9640-F2D37D0FC4C8}" type="presParOf" srcId="{4516FBD7-0FE8-4310-BE8C-3857B0F3C0AD}" destId="{2F1C6022-E197-4F75-B85C-5FFFC587C65C}" srcOrd="0" destOrd="0" presId="urn:microsoft.com/office/officeart/2016/7/layout/HorizontalActionList"/>
    <dgm:cxn modelId="{AE38C469-2715-4A50-B816-24F53CE14934}" type="presParOf" srcId="{4516FBD7-0FE8-4310-BE8C-3857B0F3C0AD}" destId="{4E9DB30A-A326-4877-884B-8A9587D5FAE8}" srcOrd="1" destOrd="0" presId="urn:microsoft.com/office/officeart/2016/7/layout/HorizontalActionList"/>
    <dgm:cxn modelId="{B70CBF8D-8399-464D-8A25-77E418C928EF}" type="presParOf" srcId="{08D0CD2D-0653-4839-A757-6B8823C01E49}" destId="{C3F31E0A-6B75-4943-B9D2-14180C32FD6E}" srcOrd="1" destOrd="0" presId="urn:microsoft.com/office/officeart/2016/7/layout/HorizontalActionList"/>
    <dgm:cxn modelId="{B4E2F286-CC27-46FE-804D-44B28E056BF8}" type="presParOf" srcId="{08D0CD2D-0653-4839-A757-6B8823C01E49}" destId="{A1C6D1C1-FC1A-4589-A4B9-733803D7549D}" srcOrd="2" destOrd="0" presId="urn:microsoft.com/office/officeart/2016/7/layout/HorizontalActionList"/>
    <dgm:cxn modelId="{7BB7354A-8D01-4572-8B98-C626B8868D94}" type="presParOf" srcId="{A1C6D1C1-FC1A-4589-A4B9-733803D7549D}" destId="{C33BBD8B-A545-4CC4-A6F6-2781D75BCDA2}" srcOrd="0" destOrd="0" presId="urn:microsoft.com/office/officeart/2016/7/layout/HorizontalActionList"/>
    <dgm:cxn modelId="{F25B483A-677F-42B8-9FF0-EFCD60B0F4E2}" type="presParOf" srcId="{A1C6D1C1-FC1A-4589-A4B9-733803D7549D}" destId="{C416F118-1563-49A3-8452-41CF4461ADD5}" srcOrd="1" destOrd="0" presId="urn:microsoft.com/office/officeart/2016/7/layout/HorizontalActionList"/>
    <dgm:cxn modelId="{37746946-AA70-4BE7-AF43-8BDBEEAFFE1D}" type="presParOf" srcId="{08D0CD2D-0653-4839-A757-6B8823C01E49}" destId="{069F603E-43D4-497B-83BE-590B4AD3D924}" srcOrd="3" destOrd="0" presId="urn:microsoft.com/office/officeart/2016/7/layout/HorizontalActionList"/>
    <dgm:cxn modelId="{3888F499-42CE-4640-AF7F-99E0837ECFCE}" type="presParOf" srcId="{08D0CD2D-0653-4839-A757-6B8823C01E49}" destId="{94646AD2-FCB4-4F06-AF0A-0ED737A2CC62}" srcOrd="4" destOrd="0" presId="urn:microsoft.com/office/officeart/2016/7/layout/HorizontalActionList"/>
    <dgm:cxn modelId="{65EAF276-CFAD-4E72-B4C5-08497CF5313A}" type="presParOf" srcId="{94646AD2-FCB4-4F06-AF0A-0ED737A2CC62}" destId="{806E9C74-E241-4227-9A38-43344C7F4036}" srcOrd="0" destOrd="0" presId="urn:microsoft.com/office/officeart/2016/7/layout/HorizontalActionList"/>
    <dgm:cxn modelId="{B9C93790-C6B6-43B6-9FD3-77D501891713}" type="presParOf" srcId="{94646AD2-FCB4-4F06-AF0A-0ED737A2CC62}" destId="{4A2E305D-E928-4254-888A-75804964CA00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2EAEB6-EB1B-0843-821D-1BFECBD86834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</dgm:pt>
    <dgm:pt modelId="{4F7B38A9-C163-704E-8A07-D34C3E50A32A}">
      <dgm:prSet phldrT="[Text]"/>
      <dgm:spPr/>
      <dgm:t>
        <a:bodyPr/>
        <a:lstStyle/>
        <a:p>
          <a:r>
            <a:rPr lang="en-GB" dirty="0"/>
            <a:t>Literature review</a:t>
          </a:r>
        </a:p>
      </dgm:t>
    </dgm:pt>
    <dgm:pt modelId="{C9AD765C-112D-2947-B4BE-6F3E7E175E00}" type="parTrans" cxnId="{62C6D900-53F1-4547-8B1E-7BAF36F6C35F}">
      <dgm:prSet/>
      <dgm:spPr/>
      <dgm:t>
        <a:bodyPr/>
        <a:lstStyle/>
        <a:p>
          <a:endParaRPr lang="en-GB"/>
        </a:p>
      </dgm:t>
    </dgm:pt>
    <dgm:pt modelId="{29EB305A-E11A-9247-A496-635D51A7C702}" type="sibTrans" cxnId="{62C6D900-53F1-4547-8B1E-7BAF36F6C35F}">
      <dgm:prSet/>
      <dgm:spPr/>
      <dgm:t>
        <a:bodyPr/>
        <a:lstStyle/>
        <a:p>
          <a:endParaRPr lang="en-GB"/>
        </a:p>
      </dgm:t>
    </dgm:pt>
    <dgm:pt modelId="{BE8F6E41-CBCC-1B4F-ADC6-B85641D947C9}">
      <dgm:prSet phldrT="[Text]"/>
      <dgm:spPr/>
      <dgm:t>
        <a:bodyPr/>
        <a:lstStyle/>
        <a:p>
          <a:r>
            <a:rPr lang="en-GB" dirty="0"/>
            <a:t>Writing your proposal</a:t>
          </a:r>
        </a:p>
      </dgm:t>
    </dgm:pt>
    <dgm:pt modelId="{89D85C3F-4FE7-6445-91EA-5F8BE55303B7}" type="parTrans" cxnId="{9A57F1C9-4AFE-BF47-9E9F-0B06A3B8C0FE}">
      <dgm:prSet/>
      <dgm:spPr/>
      <dgm:t>
        <a:bodyPr/>
        <a:lstStyle/>
        <a:p>
          <a:endParaRPr lang="en-GB"/>
        </a:p>
      </dgm:t>
    </dgm:pt>
    <dgm:pt modelId="{EBFF5358-5B31-4C47-A882-0E25D8A4475C}" type="sibTrans" cxnId="{9A57F1C9-4AFE-BF47-9E9F-0B06A3B8C0FE}">
      <dgm:prSet/>
      <dgm:spPr/>
      <dgm:t>
        <a:bodyPr/>
        <a:lstStyle/>
        <a:p>
          <a:endParaRPr lang="en-GB"/>
        </a:p>
      </dgm:t>
    </dgm:pt>
    <dgm:pt modelId="{382732F7-90E5-3445-BA6A-EE64656F8906}">
      <dgm:prSet phldrT="[Text]"/>
      <dgm:spPr/>
      <dgm:t>
        <a:bodyPr/>
        <a:lstStyle/>
        <a:p>
          <a:r>
            <a:rPr lang="en-GB" dirty="0"/>
            <a:t>Research question</a:t>
          </a:r>
        </a:p>
      </dgm:t>
    </dgm:pt>
    <dgm:pt modelId="{E15E8C1A-1262-C340-AFA3-9856F4EDACA5}" type="parTrans" cxnId="{99D3518A-B186-0C45-8DF4-4651260F65C5}">
      <dgm:prSet/>
      <dgm:spPr/>
      <dgm:t>
        <a:bodyPr/>
        <a:lstStyle/>
        <a:p>
          <a:endParaRPr lang="en-GB"/>
        </a:p>
      </dgm:t>
    </dgm:pt>
    <dgm:pt modelId="{5909D72B-03BC-4F4D-82DD-DC04841A7C2A}" type="sibTrans" cxnId="{99D3518A-B186-0C45-8DF4-4651260F65C5}">
      <dgm:prSet/>
      <dgm:spPr/>
      <dgm:t>
        <a:bodyPr/>
        <a:lstStyle/>
        <a:p>
          <a:endParaRPr lang="en-GB"/>
        </a:p>
      </dgm:t>
    </dgm:pt>
    <dgm:pt modelId="{2CEC1D56-A779-7749-B4FA-796CB068F4BD}" type="pres">
      <dgm:prSet presAssocID="{172EAEB6-EB1B-0843-821D-1BFECBD86834}" presName="cycle" presStyleCnt="0">
        <dgm:presLayoutVars>
          <dgm:dir/>
          <dgm:resizeHandles val="exact"/>
        </dgm:presLayoutVars>
      </dgm:prSet>
      <dgm:spPr/>
    </dgm:pt>
    <dgm:pt modelId="{5D16535F-E7C8-504A-A240-F3D91AC1577F}" type="pres">
      <dgm:prSet presAssocID="{4F7B38A9-C163-704E-8A07-D34C3E50A32A}" presName="dummy" presStyleCnt="0"/>
      <dgm:spPr/>
    </dgm:pt>
    <dgm:pt modelId="{9FD0958B-2EC9-B047-828D-CD291F3B9C61}" type="pres">
      <dgm:prSet presAssocID="{4F7B38A9-C163-704E-8A07-D34C3E50A32A}" presName="node" presStyleLbl="revTx" presStyleIdx="0" presStyleCnt="3">
        <dgm:presLayoutVars>
          <dgm:bulletEnabled val="1"/>
        </dgm:presLayoutVars>
      </dgm:prSet>
      <dgm:spPr/>
    </dgm:pt>
    <dgm:pt modelId="{366A5A5E-3F91-4347-A36F-11395D47817D}" type="pres">
      <dgm:prSet presAssocID="{29EB305A-E11A-9247-A496-635D51A7C702}" presName="sibTrans" presStyleLbl="node1" presStyleIdx="0" presStyleCnt="3"/>
      <dgm:spPr/>
    </dgm:pt>
    <dgm:pt modelId="{B40E17DB-EEA6-744F-BD8B-7AF5C29DF401}" type="pres">
      <dgm:prSet presAssocID="{382732F7-90E5-3445-BA6A-EE64656F8906}" presName="dummy" presStyleCnt="0"/>
      <dgm:spPr/>
    </dgm:pt>
    <dgm:pt modelId="{6707DA6D-5743-6441-9F8A-0A089925FD8B}" type="pres">
      <dgm:prSet presAssocID="{382732F7-90E5-3445-BA6A-EE64656F8906}" presName="node" presStyleLbl="revTx" presStyleIdx="1" presStyleCnt="3">
        <dgm:presLayoutVars>
          <dgm:bulletEnabled val="1"/>
        </dgm:presLayoutVars>
      </dgm:prSet>
      <dgm:spPr/>
    </dgm:pt>
    <dgm:pt modelId="{4F09D060-EF1D-584F-A1CB-DDF7FDBB6A00}" type="pres">
      <dgm:prSet presAssocID="{5909D72B-03BC-4F4D-82DD-DC04841A7C2A}" presName="sibTrans" presStyleLbl="node1" presStyleIdx="1" presStyleCnt="3"/>
      <dgm:spPr/>
    </dgm:pt>
    <dgm:pt modelId="{1CAE4AB4-EA2D-B84C-9FF7-2765D2692A81}" type="pres">
      <dgm:prSet presAssocID="{BE8F6E41-CBCC-1B4F-ADC6-B85641D947C9}" presName="dummy" presStyleCnt="0"/>
      <dgm:spPr/>
    </dgm:pt>
    <dgm:pt modelId="{CC2ADBDE-85F7-F846-89DB-46E734AFB57D}" type="pres">
      <dgm:prSet presAssocID="{BE8F6E41-CBCC-1B4F-ADC6-B85641D947C9}" presName="node" presStyleLbl="revTx" presStyleIdx="2" presStyleCnt="3">
        <dgm:presLayoutVars>
          <dgm:bulletEnabled val="1"/>
        </dgm:presLayoutVars>
      </dgm:prSet>
      <dgm:spPr/>
    </dgm:pt>
    <dgm:pt modelId="{2070F152-B47A-B04A-8289-81F7CFA97545}" type="pres">
      <dgm:prSet presAssocID="{EBFF5358-5B31-4C47-A882-0E25D8A4475C}" presName="sibTrans" presStyleLbl="node1" presStyleIdx="2" presStyleCnt="3"/>
      <dgm:spPr/>
    </dgm:pt>
  </dgm:ptLst>
  <dgm:cxnLst>
    <dgm:cxn modelId="{62C6D900-53F1-4547-8B1E-7BAF36F6C35F}" srcId="{172EAEB6-EB1B-0843-821D-1BFECBD86834}" destId="{4F7B38A9-C163-704E-8A07-D34C3E50A32A}" srcOrd="0" destOrd="0" parTransId="{C9AD765C-112D-2947-B4BE-6F3E7E175E00}" sibTransId="{29EB305A-E11A-9247-A496-635D51A7C702}"/>
    <dgm:cxn modelId="{7FC6B30A-4C76-5542-9A38-229C31B288A7}" type="presOf" srcId="{382732F7-90E5-3445-BA6A-EE64656F8906}" destId="{6707DA6D-5743-6441-9F8A-0A089925FD8B}" srcOrd="0" destOrd="0" presId="urn:microsoft.com/office/officeart/2005/8/layout/cycle1"/>
    <dgm:cxn modelId="{B588C049-EEAF-6749-812B-56EEFAE89EE5}" type="presOf" srcId="{172EAEB6-EB1B-0843-821D-1BFECBD86834}" destId="{2CEC1D56-A779-7749-B4FA-796CB068F4BD}" srcOrd="0" destOrd="0" presId="urn:microsoft.com/office/officeart/2005/8/layout/cycle1"/>
    <dgm:cxn modelId="{5270EF6C-1895-134A-AD7B-89FBAB58F95E}" type="presOf" srcId="{BE8F6E41-CBCC-1B4F-ADC6-B85641D947C9}" destId="{CC2ADBDE-85F7-F846-89DB-46E734AFB57D}" srcOrd="0" destOrd="0" presId="urn:microsoft.com/office/officeart/2005/8/layout/cycle1"/>
    <dgm:cxn modelId="{CA59A474-52A6-F744-BACE-C5789B61135C}" type="presOf" srcId="{4F7B38A9-C163-704E-8A07-D34C3E50A32A}" destId="{9FD0958B-2EC9-B047-828D-CD291F3B9C61}" srcOrd="0" destOrd="0" presId="urn:microsoft.com/office/officeart/2005/8/layout/cycle1"/>
    <dgm:cxn modelId="{53322380-123B-454A-85CB-B926FA03C0B1}" type="presOf" srcId="{EBFF5358-5B31-4C47-A882-0E25D8A4475C}" destId="{2070F152-B47A-B04A-8289-81F7CFA97545}" srcOrd="0" destOrd="0" presId="urn:microsoft.com/office/officeart/2005/8/layout/cycle1"/>
    <dgm:cxn modelId="{99D3518A-B186-0C45-8DF4-4651260F65C5}" srcId="{172EAEB6-EB1B-0843-821D-1BFECBD86834}" destId="{382732F7-90E5-3445-BA6A-EE64656F8906}" srcOrd="1" destOrd="0" parTransId="{E15E8C1A-1262-C340-AFA3-9856F4EDACA5}" sibTransId="{5909D72B-03BC-4F4D-82DD-DC04841A7C2A}"/>
    <dgm:cxn modelId="{278FD5C1-3914-FA4C-8D10-9F93366432D1}" type="presOf" srcId="{5909D72B-03BC-4F4D-82DD-DC04841A7C2A}" destId="{4F09D060-EF1D-584F-A1CB-DDF7FDBB6A00}" srcOrd="0" destOrd="0" presId="urn:microsoft.com/office/officeart/2005/8/layout/cycle1"/>
    <dgm:cxn modelId="{9A57F1C9-4AFE-BF47-9E9F-0B06A3B8C0FE}" srcId="{172EAEB6-EB1B-0843-821D-1BFECBD86834}" destId="{BE8F6E41-CBCC-1B4F-ADC6-B85641D947C9}" srcOrd="2" destOrd="0" parTransId="{89D85C3F-4FE7-6445-91EA-5F8BE55303B7}" sibTransId="{EBFF5358-5B31-4C47-A882-0E25D8A4475C}"/>
    <dgm:cxn modelId="{C2DE39CA-2D2F-9748-9A8F-13F0C3AE499B}" type="presOf" srcId="{29EB305A-E11A-9247-A496-635D51A7C702}" destId="{366A5A5E-3F91-4347-A36F-11395D47817D}" srcOrd="0" destOrd="0" presId="urn:microsoft.com/office/officeart/2005/8/layout/cycle1"/>
    <dgm:cxn modelId="{CAAD0A8D-78C3-2249-8B16-63EC6F97F240}" type="presParOf" srcId="{2CEC1D56-A779-7749-B4FA-796CB068F4BD}" destId="{5D16535F-E7C8-504A-A240-F3D91AC1577F}" srcOrd="0" destOrd="0" presId="urn:microsoft.com/office/officeart/2005/8/layout/cycle1"/>
    <dgm:cxn modelId="{70997EC9-8D32-0744-A5A7-555B2A0D2D85}" type="presParOf" srcId="{2CEC1D56-A779-7749-B4FA-796CB068F4BD}" destId="{9FD0958B-2EC9-B047-828D-CD291F3B9C61}" srcOrd="1" destOrd="0" presId="urn:microsoft.com/office/officeart/2005/8/layout/cycle1"/>
    <dgm:cxn modelId="{24C6CB01-CC30-3443-97C3-2C6ADE680B48}" type="presParOf" srcId="{2CEC1D56-A779-7749-B4FA-796CB068F4BD}" destId="{366A5A5E-3F91-4347-A36F-11395D47817D}" srcOrd="2" destOrd="0" presId="urn:microsoft.com/office/officeart/2005/8/layout/cycle1"/>
    <dgm:cxn modelId="{452985D1-1CEC-D749-BA98-6643968B4F36}" type="presParOf" srcId="{2CEC1D56-A779-7749-B4FA-796CB068F4BD}" destId="{B40E17DB-EEA6-744F-BD8B-7AF5C29DF401}" srcOrd="3" destOrd="0" presId="urn:microsoft.com/office/officeart/2005/8/layout/cycle1"/>
    <dgm:cxn modelId="{099FCF6B-1C44-BF4F-930D-7003A8231E57}" type="presParOf" srcId="{2CEC1D56-A779-7749-B4FA-796CB068F4BD}" destId="{6707DA6D-5743-6441-9F8A-0A089925FD8B}" srcOrd="4" destOrd="0" presId="urn:microsoft.com/office/officeart/2005/8/layout/cycle1"/>
    <dgm:cxn modelId="{E3B74653-5D6B-3942-B797-9D9A92D69A9B}" type="presParOf" srcId="{2CEC1D56-A779-7749-B4FA-796CB068F4BD}" destId="{4F09D060-EF1D-584F-A1CB-DDF7FDBB6A00}" srcOrd="5" destOrd="0" presId="urn:microsoft.com/office/officeart/2005/8/layout/cycle1"/>
    <dgm:cxn modelId="{7093E0E2-5AC5-894A-84CD-5E5186A58C44}" type="presParOf" srcId="{2CEC1D56-A779-7749-B4FA-796CB068F4BD}" destId="{1CAE4AB4-EA2D-B84C-9FF7-2765D2692A81}" srcOrd="6" destOrd="0" presId="urn:microsoft.com/office/officeart/2005/8/layout/cycle1"/>
    <dgm:cxn modelId="{4A618573-E03A-9E4E-838C-F76B2271CB6B}" type="presParOf" srcId="{2CEC1D56-A779-7749-B4FA-796CB068F4BD}" destId="{CC2ADBDE-85F7-F846-89DB-46E734AFB57D}" srcOrd="7" destOrd="0" presId="urn:microsoft.com/office/officeart/2005/8/layout/cycle1"/>
    <dgm:cxn modelId="{3CE4EB95-F9B5-954F-97CC-734FA24C1ECB}" type="presParOf" srcId="{2CEC1D56-A779-7749-B4FA-796CB068F4BD}" destId="{2070F152-B47A-B04A-8289-81F7CFA9754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C6022-E197-4F75-B85C-5FFFC587C65C}">
      <dsp:nvSpPr>
        <dsp:cNvPr id="0" name=""/>
        <dsp:cNvSpPr/>
      </dsp:nvSpPr>
      <dsp:spPr>
        <a:xfrm>
          <a:off x="10090" y="113619"/>
          <a:ext cx="3426543" cy="10279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Qualitative Methods</a:t>
          </a:r>
        </a:p>
      </dsp:txBody>
      <dsp:txXfrm>
        <a:off x="10090" y="113619"/>
        <a:ext cx="3426543" cy="1027963"/>
      </dsp:txXfrm>
    </dsp:sp>
    <dsp:sp modelId="{4E9DB30A-A326-4877-884B-8A9587D5FAE8}">
      <dsp:nvSpPr>
        <dsp:cNvPr id="0" name=""/>
        <dsp:cNvSpPr/>
      </dsp:nvSpPr>
      <dsp:spPr>
        <a:xfrm>
          <a:off x="10090" y="1141582"/>
          <a:ext cx="3426543" cy="309613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What are Qualitative Methods?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What are qualitative methods used for?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What are the types of questions of interest to qualitative IS researchers?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Let’s have a look at different qualitative methods</a:t>
          </a:r>
        </a:p>
      </dsp:txBody>
      <dsp:txXfrm>
        <a:off x="10090" y="1141582"/>
        <a:ext cx="3426543" cy="3096136"/>
      </dsp:txXfrm>
    </dsp:sp>
    <dsp:sp modelId="{C33BBD8B-A545-4CC4-A6F6-2781D75BCDA2}">
      <dsp:nvSpPr>
        <dsp:cNvPr id="0" name=""/>
        <dsp:cNvSpPr/>
      </dsp:nvSpPr>
      <dsp:spPr>
        <a:xfrm>
          <a:off x="3544528" y="113619"/>
          <a:ext cx="3426543" cy="102796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127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Quantitative Methods</a:t>
          </a:r>
        </a:p>
      </dsp:txBody>
      <dsp:txXfrm>
        <a:off x="3544528" y="113619"/>
        <a:ext cx="3426543" cy="1027963"/>
      </dsp:txXfrm>
    </dsp:sp>
    <dsp:sp modelId="{C416F118-1563-49A3-8452-41CF4461ADD5}">
      <dsp:nvSpPr>
        <dsp:cNvPr id="0" name=""/>
        <dsp:cNvSpPr/>
      </dsp:nvSpPr>
      <dsp:spPr>
        <a:xfrm>
          <a:off x="3544528" y="1141582"/>
          <a:ext cx="3426543" cy="3096136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What are Quantitative Methods?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What are quantitative methods used for?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What are the types of questions of interest to quantitative IS researchers?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Let’s have a look at different quantitative methods</a:t>
          </a:r>
          <a:endParaRPr lang="en-A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3544528" y="1141582"/>
        <a:ext cx="3426543" cy="3096136"/>
      </dsp:txXfrm>
    </dsp:sp>
    <dsp:sp modelId="{806E9C74-E241-4227-9A38-43344C7F4036}">
      <dsp:nvSpPr>
        <dsp:cNvPr id="0" name=""/>
        <dsp:cNvSpPr/>
      </dsp:nvSpPr>
      <dsp:spPr>
        <a:xfrm>
          <a:off x="7078966" y="113619"/>
          <a:ext cx="3426543" cy="102796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127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Mixed Methods</a:t>
          </a:r>
        </a:p>
      </dsp:txBody>
      <dsp:txXfrm>
        <a:off x="7078966" y="113619"/>
        <a:ext cx="3426543" cy="1027963"/>
      </dsp:txXfrm>
    </dsp:sp>
    <dsp:sp modelId="{4A2E305D-E928-4254-888A-75804964CA00}">
      <dsp:nvSpPr>
        <dsp:cNvPr id="0" name=""/>
        <dsp:cNvSpPr/>
      </dsp:nvSpPr>
      <dsp:spPr>
        <a:xfrm>
          <a:off x="7078966" y="1141582"/>
          <a:ext cx="3426543" cy="3096136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What about Mixed Methods?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What are mixed methods used for?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What are the types of questions of interest to mixed researchers?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Let’s have a look at different approaches to mixed methods</a:t>
          </a:r>
          <a:endParaRPr lang="en-AU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7078966" y="1141582"/>
        <a:ext cx="3426543" cy="3096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0958B-2EC9-B047-828D-CD291F3B9C61}">
      <dsp:nvSpPr>
        <dsp:cNvPr id="0" name=""/>
        <dsp:cNvSpPr/>
      </dsp:nvSpPr>
      <dsp:spPr>
        <a:xfrm>
          <a:off x="4759498" y="399442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Literature review</a:t>
          </a:r>
        </a:p>
      </dsp:txBody>
      <dsp:txXfrm>
        <a:off x="4759498" y="399442"/>
        <a:ext cx="2043906" cy="2043906"/>
      </dsp:txXfrm>
    </dsp:sp>
    <dsp:sp modelId="{366A5A5E-3F91-4347-A36F-11395D47817D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2962443"/>
            <a:gd name="adj4" fmla="val 52669"/>
            <a:gd name="adj5" fmla="val 962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7DA6D-5743-6441-9F8A-0A089925FD8B}">
      <dsp:nvSpPr>
        <dsp:cNvPr id="0" name=""/>
        <dsp:cNvSpPr/>
      </dsp:nvSpPr>
      <dsp:spPr>
        <a:xfrm>
          <a:off x="3042046" y="3374155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Research question</a:t>
          </a:r>
        </a:p>
      </dsp:txBody>
      <dsp:txXfrm>
        <a:off x="3042046" y="3374155"/>
        <a:ext cx="2043906" cy="2043906"/>
      </dsp:txXfrm>
    </dsp:sp>
    <dsp:sp modelId="{4F09D060-EF1D-584F-A1CB-DDF7FDBB6A00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10170905"/>
            <a:gd name="adj4" fmla="val 7261132"/>
            <a:gd name="adj5" fmla="val 962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ADBDE-85F7-F846-89DB-46E734AFB57D}">
      <dsp:nvSpPr>
        <dsp:cNvPr id="0" name=""/>
        <dsp:cNvSpPr/>
      </dsp:nvSpPr>
      <dsp:spPr>
        <a:xfrm>
          <a:off x="1324595" y="399442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Writing your proposal</a:t>
          </a:r>
        </a:p>
      </dsp:txBody>
      <dsp:txXfrm>
        <a:off x="1324595" y="399442"/>
        <a:ext cx="2043906" cy="2043906"/>
      </dsp:txXfrm>
    </dsp:sp>
    <dsp:sp modelId="{2070F152-B47A-B04A-8289-81F7CFA97545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16855402"/>
            <a:gd name="adj4" fmla="val 14968173"/>
            <a:gd name="adj5" fmla="val 962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B8F9E-AB86-4D19-A727-63B235F86704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142B9-13AB-4531-91F9-CCA7030CE1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01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72B4-6B7A-8B45-1029-2A2635AF5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56D01-577F-1A64-91AF-E29403B0E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E304-0414-B0DC-BDFA-927DC935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39671-1546-F3EA-081D-8CE2BFF7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DA70-7188-5D82-CE6D-7E05CF52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54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DF89-B2A9-7873-05A4-FACB97BE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66CD1-1F8A-919C-996E-3A94E51C2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5A9F-6D0B-344F-BDF7-6B4A30E6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EDD7-EE29-551E-06ED-A12C3B9BD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E374B-920A-0A38-0FA3-5ED2A4A9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167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BBC0-B55A-0368-CC08-D32386B7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C092A-9A5B-D1EC-6620-A47E88B87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8D18C-2136-48DF-83D8-CF8C9AE3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1243A-D9AF-3799-B339-75D9D5A4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E896-6783-694D-29BF-65362D8B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604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3B37-F9A4-FF53-3821-36844010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694EA-EE18-369A-488F-8E4E621EB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3D0D4-1656-E1D0-2862-CD81F9F4D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16FC4-05ED-BE17-1147-54EC37B5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8D57E-4658-D3C4-7572-A47F4221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9E725-9A9C-CEEC-6533-BDA8C81E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49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7487-02A1-2766-E653-71328E6F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908C3-3FA6-0137-631B-D38C4816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F3028-F46D-2545-A2DE-B8CAEECE9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83181-326D-AC78-14BA-9DDE7F1DC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F613D-AD42-5186-62B1-9EC71C6C0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75BE9-8954-2D69-15FC-A46419DC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15AED-6799-6410-227D-0C399CD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3F6E6-6FD3-1A9E-250B-62CE1530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96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BBDB-7477-7175-B62A-F9080F49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822E1-5922-CFEE-6C44-1410AFE3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C26EF-F278-D899-DD93-141A402F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EB187-FD38-451C-39A8-BB0AF8B5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71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40941-4417-CF59-2492-B7B3434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53797-758A-AD4A-E139-02DA6265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6B282-07A6-8F1B-AE9F-1B96A9E0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7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6FC4-251F-FD21-2B9A-59A4CA26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1002-0A2B-0D3B-C07F-2ECB70C44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4BE29-DC84-0044-D992-82339FAB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FAE54-EC05-F874-18D1-603BB11B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6EF2A-89E2-EC59-E2E3-814D1C99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EB2C1-4406-99C0-630F-2302B8CC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494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D471-DC15-570C-66EF-E9AAE040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DCB07-12D9-3D20-F848-57E61A74E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EF735-DBFE-C0B4-C044-81D85A515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D1A05-6755-0D45-276F-A3FD855F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7EA37-E212-88E8-2568-DD529896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162DD-7928-0B74-FFF7-A3324C57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17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2D9A-EA01-DA32-95A7-8BB0E9167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7A6E7-A69A-99C9-D7B6-0350A61AB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499AD-76EF-D3C8-6CF8-812FF9F2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E38EA-75AA-EF52-C415-A66D6FBE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8565-153B-22EB-3727-58C60AAA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38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8904B-3573-E267-2B61-4278D08E3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CB8FC-2440-1A76-994B-DBF29AD84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060A3-9528-832B-7EF3-900A75A9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32018-4F44-06C4-D73F-25BD1FD9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5EB1E-BFA2-5A0A-47A4-AFF6112E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95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7F4FE-C56B-3752-7763-F16E7ED4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0450D-22D6-5F5C-E55C-BFA8F9C28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E2E8-4E84-9D17-C0E5-EB0367CBA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D128B-FD90-4F46-B733-D1B500FCB258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3F1B0-97C3-A71F-5FCB-E9A9B0E68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A12EE-5974-38EF-25E6-2A6814803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AF7D6-E98F-4CB1-96BA-0FE1CB0503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08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4A41B-FCF3-6EBA-3E42-5B2C12379F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1" t="106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B51B11D-BBCD-47C7-A599-1EDA2F22F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4549726"/>
            <a:ext cx="11438793" cy="1844256"/>
          </a:xfrm>
          <a:prstGeom prst="rect">
            <a:avLst/>
          </a:prstGeom>
          <a:solidFill>
            <a:srgbClr val="404040">
              <a:alpha val="93000"/>
            </a:srgbClr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61714-E604-BE0E-333D-AD3B305B0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544" y="4754880"/>
            <a:ext cx="11137392" cy="932688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ISYS90118: Research Methodologies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D2688-07BA-75C9-BE48-3DD91F9CA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15584"/>
            <a:ext cx="9144000" cy="420624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Shanton Chang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810F53-4CAC-492E-A2F9-C147AA509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4243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83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EE9E781-6FB0-5D1C-E0C0-610592EE5A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7" b="13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0185-D8C1-3A0B-FE4C-8B9A293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b="1" dirty="0"/>
              <a:t>Skills for IS Research and Development: Today’s Lecture</a:t>
            </a: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F16505CF-6F67-8897-5A15-14907B391C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0951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295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82B7B-0141-FC66-ED15-937C72DA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3800" b="1" dirty="0"/>
              <a:t>Let’s Start Here:</a:t>
            </a:r>
            <a:br>
              <a:rPr lang="en-AU" sz="3800" b="1" dirty="0"/>
            </a:br>
            <a:r>
              <a:rPr lang="en-AU" sz="3800" b="1" dirty="0"/>
              <a:t>Some Important Distinctions about Types of Research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5D5E0158-98F9-AC55-7208-7D2A748D62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29" r="4537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8956-FB33-44F1-A1E6-C26AE2E0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Sample/Respondents vs Population</a:t>
            </a:r>
          </a:p>
          <a:p>
            <a:r>
              <a:rPr lang="en-AU" dirty="0"/>
              <a:t>Propositions/Open Questions vs Hypotheses</a:t>
            </a:r>
          </a:p>
          <a:p>
            <a:endParaRPr lang="en-AU" dirty="0"/>
          </a:p>
          <a:p>
            <a:r>
              <a:rPr lang="en-AU" dirty="0"/>
              <a:t>Exploratory vs Confirmatory</a:t>
            </a:r>
          </a:p>
          <a:p>
            <a:r>
              <a:rPr lang="en-AU" dirty="0"/>
              <a:t>Interpretivist vs Positivist</a:t>
            </a:r>
          </a:p>
          <a:p>
            <a:r>
              <a:rPr lang="en-AU" dirty="0"/>
              <a:t>Inductive vs Deductive</a:t>
            </a:r>
          </a:p>
          <a:p>
            <a:r>
              <a:rPr lang="en-AU" dirty="0"/>
              <a:t>Subjective vs Objective</a:t>
            </a:r>
            <a:endParaRPr lang="en-AU" sz="2200" dirty="0"/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84670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60754-1719-69E9-0A06-9E429169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AU" sz="4200" dirty="0"/>
              <a:t>What is Qualitative Research?</a:t>
            </a:r>
          </a:p>
        </p:txBody>
      </p:sp>
      <p:sp>
        <p:nvSpPr>
          <p:cNvPr id="104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3605575-D7F9-67D9-B233-2BE2E97A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484370" cy="3709638"/>
          </a:xfrm>
        </p:spPr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en-AU" b="1" dirty="0"/>
              <a:t>Action Research</a:t>
            </a:r>
            <a:r>
              <a:rPr lang="en-AU" dirty="0"/>
              <a:t> (What is the experience of the researcher in the context / phenomenon?)</a:t>
            </a:r>
          </a:p>
          <a:p>
            <a:pPr>
              <a:buFont typeface="+mj-lt"/>
              <a:buAutoNum type="arabicPeriod"/>
            </a:pPr>
            <a:r>
              <a:rPr lang="en-AU" b="1" dirty="0"/>
              <a:t>Case Study </a:t>
            </a:r>
            <a:r>
              <a:rPr lang="en-AU" dirty="0"/>
              <a:t>(What are the different perspectives within a case?)</a:t>
            </a:r>
          </a:p>
          <a:p>
            <a:pPr>
              <a:buFont typeface="+mj-lt"/>
              <a:buAutoNum type="arabicPeriod"/>
            </a:pPr>
            <a:r>
              <a:rPr lang="en-AU" b="1" dirty="0"/>
              <a:t>Ethnographic</a:t>
            </a:r>
            <a:r>
              <a:rPr lang="en-AU" dirty="0"/>
              <a:t> (How do people of a particular group behave, or react or make decisions?)</a:t>
            </a:r>
          </a:p>
          <a:p>
            <a:pPr>
              <a:buFont typeface="+mj-lt"/>
              <a:buAutoNum type="arabicPeriod"/>
            </a:pPr>
            <a:r>
              <a:rPr lang="en-AU" b="1" dirty="0"/>
              <a:t>Historical</a:t>
            </a:r>
            <a:r>
              <a:rPr lang="en-AU" dirty="0"/>
              <a:t> (What was the experience of the people and groups or organisation and the context in hindsight?)</a:t>
            </a:r>
          </a:p>
          <a:p>
            <a:pPr>
              <a:buFont typeface="+mj-lt"/>
              <a:buAutoNum type="arabicPeriod"/>
            </a:pPr>
            <a:r>
              <a:rPr lang="en-AU" b="1" dirty="0"/>
              <a:t>Phenomenological </a:t>
            </a:r>
            <a:r>
              <a:rPr lang="en-AU" dirty="0"/>
              <a:t>(How do people make sense of their experience, and their perspective of their context?)</a:t>
            </a:r>
            <a:endParaRPr lang="en-AU" sz="14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1400" b="0" i="0" dirty="0">
              <a:effectLst/>
              <a:latin typeface="Lato Extended"/>
            </a:endParaRPr>
          </a:p>
          <a:p>
            <a:endParaRPr lang="en-AU" sz="1400" dirty="0"/>
          </a:p>
        </p:txBody>
      </p:sp>
      <p:pic>
        <p:nvPicPr>
          <p:cNvPr id="1040" name="Picture 1039" descr="Light bulb on yellow background with sketched light beams and cord">
            <a:extLst>
              <a:ext uri="{FF2B5EF4-FFF2-40B4-BE49-F238E27FC236}">
                <a16:creationId xmlns:a16="http://schemas.microsoft.com/office/drawing/2014/main" id="{9BAAEC6B-2D43-207B-93A9-6F55B9BF55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31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DC2288-C91E-2247-6A39-4F7527C1D05A}"/>
              </a:ext>
            </a:extLst>
          </p:cNvPr>
          <p:cNvSpPr txBox="1"/>
          <p:nvPr/>
        </p:nvSpPr>
        <p:spPr>
          <a:xfrm rot="20794885">
            <a:off x="6321352" y="5030658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Is your RQ here?</a:t>
            </a:r>
          </a:p>
        </p:txBody>
      </p:sp>
    </p:spTree>
    <p:extLst>
      <p:ext uri="{BB962C8B-B14F-4D97-AF65-F5344CB8AC3E}">
        <p14:creationId xmlns:p14="http://schemas.microsoft.com/office/powerpoint/2010/main" val="321341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60754-1719-69E9-0A06-9E429169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 fontScale="90000"/>
          </a:bodyPr>
          <a:lstStyle/>
          <a:p>
            <a:r>
              <a:rPr lang="en-AU" sz="5400" dirty="0"/>
              <a:t>What are characteristics of Qualitative Methods?</a:t>
            </a:r>
          </a:p>
        </p:txBody>
      </p:sp>
      <p:pic>
        <p:nvPicPr>
          <p:cNvPr id="1040" name="Picture 1039" descr="Light bulb on yellow background with sketched light beams and cord">
            <a:extLst>
              <a:ext uri="{FF2B5EF4-FFF2-40B4-BE49-F238E27FC236}">
                <a16:creationId xmlns:a16="http://schemas.microsoft.com/office/drawing/2014/main" id="{9BAAEC6B-2D43-207B-93A9-6F55B9BF55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43" r="669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4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3605575-D7F9-67D9-B233-2BE2E97A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1" y="2706624"/>
            <a:ext cx="6465613" cy="3822192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AU" sz="2200" dirty="0">
                <a:latin typeface="Lato Extended"/>
              </a:rPr>
              <a:t>Key Words: Exploratory, Inductive, Interpretivist, Subjective</a:t>
            </a: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dirty="0">
                <a:latin typeface="Lato Extended"/>
              </a:rPr>
              <a:t>Purpose: To understand the phenomenon and richness of experiences within the context</a:t>
            </a: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b="0" i="0" dirty="0">
                <a:effectLst/>
                <a:latin typeface="Lato Extended"/>
              </a:rPr>
              <a:t>Principle: Story Telling</a:t>
            </a:r>
            <a:r>
              <a:rPr lang="en-AU" sz="2200" dirty="0">
                <a:latin typeface="Lato Extended"/>
              </a:rPr>
              <a:t> and </a:t>
            </a:r>
            <a:r>
              <a:rPr lang="en-AU" sz="2200" b="0" i="0" dirty="0">
                <a:effectLst/>
                <a:latin typeface="Lato Extended"/>
              </a:rPr>
              <a:t>Rich Data are important to explore the range of experiences rather than a summative approach to understanding a phenomenon or research question.</a:t>
            </a:r>
          </a:p>
          <a:p>
            <a:pPr>
              <a:buFont typeface="+mj-lt"/>
              <a:buAutoNum type="arabicPeriod"/>
            </a:pPr>
            <a:endParaRPr lang="en-AU" sz="2200" dirty="0"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b="0" i="0" dirty="0">
                <a:effectLst/>
                <a:latin typeface="Lato Extended"/>
              </a:rPr>
              <a:t>Analysis can be subjective but that’s ok – because you are not trying to explain in a generalisable or universal manner.</a:t>
            </a:r>
          </a:p>
          <a:p>
            <a:pPr>
              <a:buFont typeface="+mj-lt"/>
              <a:buAutoNum type="arabicPeriod"/>
            </a:pPr>
            <a:endParaRPr lang="en-AU" sz="2200" dirty="0"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b="0" i="0" dirty="0">
                <a:effectLst/>
                <a:latin typeface="Lato Extended"/>
              </a:rPr>
              <a:t>Why is the qualitative approach still relevant?</a:t>
            </a:r>
          </a:p>
          <a:p>
            <a:pPr>
              <a:buFont typeface="+mj-lt"/>
              <a:buAutoNum type="arabicPeriod"/>
            </a:pPr>
            <a:endParaRPr lang="en-AU" sz="2200" dirty="0"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02048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60754-1719-69E9-0A06-9E429169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U" sz="5400" dirty="0"/>
              <a:t>Different Qualitative Methods</a:t>
            </a:r>
          </a:p>
        </p:txBody>
      </p:sp>
      <p:sp>
        <p:nvSpPr>
          <p:cNvPr id="104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3605575-D7F9-67D9-B233-2BE2E97A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AU" sz="2000" dirty="0">
                <a:latin typeface="Lato Extended"/>
              </a:rPr>
              <a:t>Open Interviews, Semi-structured Interviews, Structured Interviews (with Individuals)</a:t>
            </a:r>
          </a:p>
          <a:p>
            <a:pPr>
              <a:buFont typeface="+mj-lt"/>
              <a:buAutoNum type="arabicPeriod"/>
            </a:pPr>
            <a:endParaRPr lang="en-AU" sz="20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000" b="0" i="0" dirty="0">
                <a:effectLst/>
                <a:latin typeface="Lato Extended"/>
              </a:rPr>
              <a:t>Focus Groups – group interviews with groups of participants / respondents</a:t>
            </a:r>
          </a:p>
          <a:p>
            <a:pPr>
              <a:buFont typeface="+mj-lt"/>
              <a:buAutoNum type="arabicPeriod"/>
            </a:pPr>
            <a:endParaRPr lang="en-AU" sz="20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000" b="0" i="0" dirty="0">
                <a:effectLst/>
                <a:latin typeface="Lato Extended"/>
              </a:rPr>
              <a:t>Delphi Techniques – where individuals are asked to answer some questions individually – their responses are collected and summarised, and then checked in the group for further responses</a:t>
            </a:r>
          </a:p>
          <a:p>
            <a:pPr>
              <a:buFont typeface="+mj-lt"/>
              <a:buAutoNum type="arabicPeriod"/>
            </a:pPr>
            <a:endParaRPr lang="en-AU" sz="2000" dirty="0"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000" b="0" i="0" dirty="0">
                <a:effectLst/>
                <a:latin typeface="Lato Extended"/>
              </a:rPr>
              <a:t>Observations – where the researcher observes what is going on and notes them down</a:t>
            </a:r>
          </a:p>
          <a:p>
            <a:pPr>
              <a:buFont typeface="+mj-lt"/>
              <a:buAutoNum type="arabicPeriod"/>
            </a:pPr>
            <a:endParaRPr lang="en-AU" sz="2000" b="0" i="0" dirty="0">
              <a:effectLst/>
              <a:latin typeface="Lato Extended"/>
            </a:endParaRPr>
          </a:p>
          <a:p>
            <a:endParaRPr lang="en-AU" sz="2000" dirty="0"/>
          </a:p>
        </p:txBody>
      </p:sp>
      <p:pic>
        <p:nvPicPr>
          <p:cNvPr id="1040" name="Picture 1039" descr="Light bulb on yellow background with sketched light beams and cord">
            <a:extLst>
              <a:ext uri="{FF2B5EF4-FFF2-40B4-BE49-F238E27FC236}">
                <a16:creationId xmlns:a16="http://schemas.microsoft.com/office/drawing/2014/main" id="{9BAAEC6B-2D43-207B-93A9-6F55B9BF55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35" r="-3" b="-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8E120-E78E-1346-86F3-ACE04172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3941585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Qualitative Methods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495442-35D2-526A-30A3-496FD6469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3000" y="114551"/>
            <a:ext cx="5731934" cy="6743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89042-C7B9-7643-579E-3A980EFA9189}"/>
              </a:ext>
            </a:extLst>
          </p:cNvPr>
          <p:cNvSpPr txBox="1"/>
          <p:nvPr/>
        </p:nvSpPr>
        <p:spPr>
          <a:xfrm>
            <a:off x="433463" y="4409267"/>
            <a:ext cx="4959804" cy="182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indent="-90170" algn="r">
              <a:lnSpc>
                <a:spcPct val="115000"/>
              </a:lnSpc>
              <a:spcAft>
                <a:spcPts val="1000"/>
              </a:spcAft>
            </a:pPr>
            <a:r>
              <a:rPr lang="en-GB" sz="20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ACaslonPro-Regular"/>
              </a:rPr>
              <a:t> </a:t>
            </a:r>
            <a:endParaRPr lang="en-A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>
              <a:lnSpc>
                <a:spcPct val="115000"/>
              </a:lnSpc>
              <a:spcAft>
                <a:spcPts val="10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From: Blandford, A., Furniss, D., &amp; </a:t>
            </a:r>
            <a:r>
              <a:rPr lang="en-GB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Makri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S. (2016). Qualitative HCI research: Going behind the scenes. </a:t>
            </a:r>
            <a:r>
              <a:rPr lang="en-GB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Synthesis Lectures on Human-</a:t>
            </a:r>
            <a:r>
              <a:rPr lang="en-GB" sz="1800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Centered</a:t>
            </a:r>
            <a:r>
              <a:rPr lang="en-GB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Informatics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GB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(1), 1-115.</a:t>
            </a:r>
            <a:endParaRPr lang="en-A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93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7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60754-1719-69E9-0A06-9E429169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AU"/>
              <a:t>Analysis in Qualitative Methods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3605575-D7F9-67D9-B233-2BE2E97A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AU">
                <a:latin typeface="Lato Extended"/>
              </a:rPr>
              <a:t>Content Analysis</a:t>
            </a:r>
          </a:p>
          <a:p>
            <a:pPr>
              <a:buFont typeface="+mj-lt"/>
              <a:buAutoNum type="arabicPeriod"/>
            </a:pPr>
            <a:r>
              <a:rPr lang="en-AU" b="0" i="0">
                <a:effectLst/>
                <a:latin typeface="Lato Extended"/>
              </a:rPr>
              <a:t>Grounded Theory</a:t>
            </a:r>
          </a:p>
          <a:p>
            <a:pPr>
              <a:buFont typeface="+mj-lt"/>
              <a:buAutoNum type="arabicPeriod"/>
            </a:pPr>
            <a:r>
              <a:rPr lang="en-AU">
                <a:latin typeface="Lato Extended"/>
              </a:rPr>
              <a:t>Story Telling</a:t>
            </a:r>
          </a:p>
          <a:p>
            <a:pPr>
              <a:buFont typeface="+mj-lt"/>
              <a:buAutoNum type="arabicPeriod"/>
            </a:pPr>
            <a:r>
              <a:rPr lang="en-AU" b="0" i="0">
                <a:effectLst/>
                <a:latin typeface="Lato Extended"/>
              </a:rPr>
              <a:t>Conceptualisations</a:t>
            </a:r>
          </a:p>
          <a:p>
            <a:pPr>
              <a:buFont typeface="+mj-lt"/>
              <a:buAutoNum type="arabicPeriod"/>
            </a:pPr>
            <a:endParaRPr lang="en-AU" b="0" i="0">
              <a:effectLst/>
              <a:latin typeface="Lato Extended"/>
            </a:endParaRPr>
          </a:p>
          <a:p>
            <a:endParaRPr lang="en-AU"/>
          </a:p>
        </p:txBody>
      </p:sp>
      <p:pic>
        <p:nvPicPr>
          <p:cNvPr id="1040" name="Picture 1039" descr="Light bulb on yellow background with sketched light beams and cord">
            <a:extLst>
              <a:ext uri="{FF2B5EF4-FFF2-40B4-BE49-F238E27FC236}">
                <a16:creationId xmlns:a16="http://schemas.microsoft.com/office/drawing/2014/main" id="{9BAAEC6B-2D43-207B-93A9-6F55B9BF55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500" r="-1" b="-1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049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1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48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0185-D8C1-3A0B-FE4C-8B9A293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AU" sz="4600" dirty="0"/>
              <a:t>What is </a:t>
            </a:r>
            <a:r>
              <a:rPr lang="en-AU" sz="4700" dirty="0"/>
              <a:t>Quantitative</a:t>
            </a:r>
            <a:r>
              <a:rPr lang="en-AU" sz="4600" dirty="0"/>
              <a:t> Research?</a:t>
            </a:r>
          </a:p>
        </p:txBody>
      </p:sp>
      <p:sp>
        <p:nvSpPr>
          <p:cNvPr id="5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BAC0-0CA8-63B7-5861-6E78F6EE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AU" sz="2000" b="1" dirty="0">
                <a:latin typeface="Calibri" panose="020F0502020204030204" pitchFamily="34" charset="0"/>
              </a:rPr>
              <a:t>Descriptive </a:t>
            </a:r>
            <a:r>
              <a:rPr lang="en-AU" sz="2000" dirty="0">
                <a:latin typeface="Calibri" panose="020F0502020204030204" pitchFamily="34" charset="0"/>
              </a:rPr>
              <a:t>(What are the variables and the factors in the phenomenon?)</a:t>
            </a:r>
          </a:p>
          <a:p>
            <a:pPr>
              <a:buFont typeface="+mj-lt"/>
              <a:buAutoNum type="arabicPeriod"/>
            </a:pPr>
            <a:r>
              <a:rPr lang="en-AU" sz="2000" b="1" dirty="0">
                <a:latin typeface="Calibri" panose="020F0502020204030204" pitchFamily="34" charset="0"/>
              </a:rPr>
              <a:t>Correlational </a:t>
            </a:r>
            <a:r>
              <a:rPr lang="en-AU" sz="2000" dirty="0">
                <a:latin typeface="Calibri" panose="020F0502020204030204" pitchFamily="34" charset="0"/>
              </a:rPr>
              <a:t>(Are variables related to each other in some way(s)?)</a:t>
            </a:r>
          </a:p>
          <a:p>
            <a:pPr>
              <a:buFont typeface="+mj-lt"/>
              <a:buAutoNum type="arabicPeriod"/>
            </a:pPr>
            <a:r>
              <a:rPr lang="en-AU" sz="2000" b="1" dirty="0">
                <a:latin typeface="Calibri" panose="020F0502020204030204" pitchFamily="34" charset="0"/>
              </a:rPr>
              <a:t>Causal or Comparative</a:t>
            </a:r>
            <a:r>
              <a:rPr lang="en-AU" sz="2000" dirty="0">
                <a:latin typeface="Calibri" panose="020F0502020204030204" pitchFamily="34" charset="0"/>
              </a:rPr>
              <a:t> (What factors caused something to happen? Are there differences in different contexts (control groups)?)</a:t>
            </a:r>
          </a:p>
          <a:p>
            <a:pPr>
              <a:buFont typeface="+mj-lt"/>
              <a:buAutoNum type="arabicPeriod"/>
            </a:pPr>
            <a:r>
              <a:rPr lang="en-AU" sz="2000" b="1" dirty="0">
                <a:latin typeface="Calibri" panose="020F0502020204030204" pitchFamily="34" charset="0"/>
              </a:rPr>
              <a:t>Experimental </a:t>
            </a:r>
            <a:r>
              <a:rPr lang="en-AU" sz="2000" dirty="0">
                <a:latin typeface="Calibri" panose="020F0502020204030204" pitchFamily="34" charset="0"/>
              </a:rPr>
              <a:t>(What if we did something different? What if we intervened or introduce an intervention?)</a:t>
            </a:r>
            <a:endParaRPr lang="en-AU" sz="2000" dirty="0"/>
          </a:p>
        </p:txBody>
      </p:sp>
      <p:pic>
        <p:nvPicPr>
          <p:cNvPr id="8" name="Picture 7" descr="Magnifying glass and question mark">
            <a:extLst>
              <a:ext uri="{FF2B5EF4-FFF2-40B4-BE49-F238E27FC236}">
                <a16:creationId xmlns:a16="http://schemas.microsoft.com/office/drawing/2014/main" id="{7E80C52D-3574-8B8E-B354-6CEFA1EB7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67" r="20313"/>
          <a:stretch/>
        </p:blipFill>
        <p:spPr>
          <a:xfrm>
            <a:off x="5313225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1B1D70-8E28-1C2A-5C68-73C7B5ED83E2}"/>
              </a:ext>
            </a:extLst>
          </p:cNvPr>
          <p:cNvSpPr txBox="1"/>
          <p:nvPr/>
        </p:nvSpPr>
        <p:spPr>
          <a:xfrm rot="20794885">
            <a:off x="3101085" y="5942953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Is your RQ here?</a:t>
            </a:r>
          </a:p>
        </p:txBody>
      </p:sp>
    </p:spTree>
    <p:extLst>
      <p:ext uri="{BB962C8B-B14F-4D97-AF65-F5344CB8AC3E}">
        <p14:creationId xmlns:p14="http://schemas.microsoft.com/office/powerpoint/2010/main" val="238427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0185-D8C1-3A0B-FE4C-8B9A293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4600" dirty="0"/>
              <a:t>What are characteristics of Quantitative Research?</a:t>
            </a:r>
          </a:p>
        </p:txBody>
      </p:sp>
      <p:pic>
        <p:nvPicPr>
          <p:cNvPr id="8" name="Picture 7" descr="Magnifying glass and question mark">
            <a:extLst>
              <a:ext uri="{FF2B5EF4-FFF2-40B4-BE49-F238E27FC236}">
                <a16:creationId xmlns:a16="http://schemas.microsoft.com/office/drawing/2014/main" id="{7E80C52D-3574-8B8E-B354-6CEFA1EB7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77" r="2942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00D6BF-8E29-BA64-BBDD-A805BF80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690" y="2674205"/>
            <a:ext cx="6723550" cy="3502758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AU" sz="2200" dirty="0">
                <a:latin typeface="Lato Extended"/>
              </a:rPr>
              <a:t>Key Words: Statistical, Confirmatory, Deductive?, Positivist, Objective?</a:t>
            </a: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dirty="0">
                <a:latin typeface="Lato Extended"/>
              </a:rPr>
              <a:t>Purpose: To understand the phenomenon through objective measures that try to be generalisable</a:t>
            </a: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b="0" i="0" dirty="0">
                <a:effectLst/>
                <a:latin typeface="Lato Extended"/>
              </a:rPr>
              <a:t>Principle:</a:t>
            </a:r>
          </a:p>
          <a:p>
            <a:pPr>
              <a:buFont typeface="+mj-lt"/>
              <a:buAutoNum type="arabicPeriod"/>
            </a:pPr>
            <a:endParaRPr lang="en-AU" sz="2200" dirty="0"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b="0" i="0" dirty="0">
                <a:effectLst/>
                <a:latin typeface="Lato Extended"/>
              </a:rPr>
              <a:t>Analysis is claimed to be more objective and therefore, reliability, validity and generalisability are important</a:t>
            </a:r>
          </a:p>
          <a:p>
            <a:pPr>
              <a:buFont typeface="+mj-lt"/>
              <a:buAutoNum type="arabicPeriod"/>
            </a:pPr>
            <a:endParaRPr lang="en-AU" sz="2200" dirty="0">
              <a:latin typeface="Lato Extended"/>
            </a:endParaRPr>
          </a:p>
          <a:p>
            <a:pPr>
              <a:buFont typeface="+mj-lt"/>
              <a:buAutoNum type="arabicPeriod"/>
            </a:pPr>
            <a:r>
              <a:rPr lang="en-AU" sz="2200" b="0" i="0" dirty="0">
                <a:effectLst/>
                <a:latin typeface="Lato Extended"/>
              </a:rPr>
              <a:t>Why is the quantitative approach still relevant?</a:t>
            </a:r>
          </a:p>
          <a:p>
            <a:pPr>
              <a:buFont typeface="+mj-lt"/>
              <a:buAutoNum type="arabicPeriod"/>
            </a:pPr>
            <a:endParaRPr lang="en-AU" sz="2200" dirty="0"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pPr>
              <a:buFont typeface="+mj-lt"/>
              <a:buAutoNum type="arabicPeriod"/>
            </a:pPr>
            <a:endParaRPr lang="en-AU" sz="2200" b="0" i="0" dirty="0">
              <a:effectLst/>
              <a:latin typeface="Lato Extended"/>
            </a:endParaRPr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62634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0185-D8C1-3A0B-FE4C-8B9A293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U" sz="5400" dirty="0"/>
              <a:t>Different Quantitative Methods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BAC0-0CA8-63B7-5861-6E78F6EE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AU" sz="2200" b="1" dirty="0">
                <a:latin typeface="Calibri" panose="020F0502020204030204" pitchFamily="34" charset="0"/>
              </a:rPr>
              <a:t>Experiments and Quasi-experiments</a:t>
            </a:r>
            <a:r>
              <a:rPr lang="en-AU" sz="2200" dirty="0">
                <a:latin typeface="Calibri" panose="020F0502020204030204" pitchFamily="34" charset="0"/>
              </a:rPr>
              <a:t> (where an experiment is conducted and quantitative data is collected)</a:t>
            </a:r>
          </a:p>
          <a:p>
            <a:pPr>
              <a:buFont typeface="+mj-lt"/>
              <a:buAutoNum type="arabicPeriod"/>
            </a:pPr>
            <a:r>
              <a:rPr lang="en-AU" sz="2200" b="1" dirty="0">
                <a:latin typeface="Calibri" panose="020F0502020204030204" pitchFamily="34" charset="0"/>
              </a:rPr>
              <a:t>Surveys</a:t>
            </a:r>
            <a:r>
              <a:rPr lang="en-AU" sz="2200" dirty="0">
                <a:latin typeface="Calibri" panose="020F0502020204030204" pitchFamily="34" charset="0"/>
              </a:rPr>
              <a:t> (online vs offline, longitudinal vs cross-section, different types of sampling)</a:t>
            </a:r>
          </a:p>
          <a:p>
            <a:pPr>
              <a:buFont typeface="+mj-lt"/>
              <a:buAutoNum type="arabicPeriod"/>
            </a:pPr>
            <a:r>
              <a:rPr lang="en-AU" sz="2200" b="1" dirty="0">
                <a:latin typeface="Calibri" panose="020F0502020204030204" pitchFamily="34" charset="0"/>
              </a:rPr>
              <a:t>Closed Ended Interviews</a:t>
            </a:r>
            <a:r>
              <a:rPr lang="en-AU" sz="2200" dirty="0">
                <a:latin typeface="Calibri" panose="020F0502020204030204" pitchFamily="34" charset="0"/>
              </a:rPr>
              <a:t> (interviews where questions are close ended – meaning there are selections of options for answers rather than open ended answers)</a:t>
            </a:r>
          </a:p>
          <a:p>
            <a:pPr>
              <a:buFont typeface="+mj-lt"/>
              <a:buAutoNum type="arabicPeriod"/>
            </a:pPr>
            <a:r>
              <a:rPr lang="en-AU" sz="2200" b="1" dirty="0">
                <a:latin typeface="Calibri" panose="020F0502020204030204" pitchFamily="34" charset="0"/>
              </a:rPr>
              <a:t>Document Coding</a:t>
            </a:r>
            <a:r>
              <a:rPr lang="en-AU" sz="2200" dirty="0">
                <a:latin typeface="Calibri" panose="020F0502020204030204" pitchFamily="34" charset="0"/>
              </a:rPr>
              <a:t> (Reviews of existing documentation and applying a pre-determined code to analysis)</a:t>
            </a:r>
          </a:p>
          <a:p>
            <a:pPr>
              <a:buFont typeface="+mj-lt"/>
              <a:buAutoNum type="arabicPeriod"/>
            </a:pPr>
            <a:r>
              <a:rPr lang="en-AU" sz="2200" b="1" dirty="0">
                <a:latin typeface="Calibri" panose="020F0502020204030204" pitchFamily="34" charset="0"/>
              </a:rPr>
              <a:t>Social Media </a:t>
            </a:r>
            <a:r>
              <a:rPr lang="en-AU" sz="2200" b="1" dirty="0" err="1">
                <a:latin typeface="Calibri" panose="020F0502020204030204" pitchFamily="34" charset="0"/>
              </a:rPr>
              <a:t>Analyics</a:t>
            </a:r>
            <a:r>
              <a:rPr lang="en-AU" sz="2200" b="1" dirty="0">
                <a:latin typeface="Calibri" panose="020F0502020204030204" pitchFamily="34" charset="0"/>
              </a:rPr>
              <a:t> </a:t>
            </a:r>
            <a:r>
              <a:rPr lang="en-AU" sz="2200" dirty="0">
                <a:latin typeface="Calibri" panose="020F0502020204030204" pitchFamily="34" charset="0"/>
              </a:rPr>
              <a:t>(Based on quantifiable data and metrics)</a:t>
            </a:r>
            <a:endParaRPr lang="en-AU" sz="2200" dirty="0"/>
          </a:p>
        </p:txBody>
      </p:sp>
      <p:pic>
        <p:nvPicPr>
          <p:cNvPr id="8" name="Picture 7" descr="Magnifying glass and question mark">
            <a:extLst>
              <a:ext uri="{FF2B5EF4-FFF2-40B4-BE49-F238E27FC236}">
                <a16:creationId xmlns:a16="http://schemas.microsoft.com/office/drawing/2014/main" id="{7E80C52D-3574-8B8E-B354-6CEFA1EB7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19" r="21466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09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0185-D8C1-3A0B-FE4C-8B9A293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AU" dirty="0"/>
              <a:t>Analysis in Quantitative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BAC0-0CA8-63B7-5861-6E78F6EE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75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>
                <a:latin typeface="Calibri" panose="020F0502020204030204" pitchFamily="34" charset="0"/>
              </a:rPr>
              <a:t>Statistics</a:t>
            </a:r>
          </a:p>
          <a:p>
            <a:pPr marL="0" indent="0">
              <a:buNone/>
            </a:pPr>
            <a:r>
              <a:rPr lang="en-AU" b="1" dirty="0">
                <a:latin typeface="Calibri" panose="020F0502020204030204" pitchFamily="34" charset="0"/>
              </a:rPr>
              <a:t>	</a:t>
            </a:r>
            <a:r>
              <a:rPr lang="en-AU" dirty="0">
                <a:latin typeface="Calibri" panose="020F0502020204030204" pitchFamily="34" charset="0"/>
              </a:rPr>
              <a:t>Factor Analyses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</a:rPr>
              <a:t>	Multiple Regressions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</a:rPr>
              <a:t>	Comparative Stats</a:t>
            </a:r>
            <a:endParaRPr lang="en-AU" dirty="0"/>
          </a:p>
        </p:txBody>
      </p:sp>
      <p:pic>
        <p:nvPicPr>
          <p:cNvPr id="8" name="Picture 7" descr="Magnifying glass and question mark">
            <a:extLst>
              <a:ext uri="{FF2B5EF4-FFF2-40B4-BE49-F238E27FC236}">
                <a16:creationId xmlns:a16="http://schemas.microsoft.com/office/drawing/2014/main" id="{7E80C52D-3574-8B8E-B354-6CEFA1EB7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11" r="20358" b="2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1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72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789D-8B3B-4BC8-5FBE-581C4622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5400" dirty="0"/>
              <a:t>What are Mixed Methods?</a:t>
            </a:r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EAA18E7E-DF6D-AD90-D0F8-E5E9C2A3C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73" r="2" b="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31B2E-3291-5C94-6A8B-96E5C7AEB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AU" sz="2200" dirty="0"/>
              <a:t>Mixed Methods are a combination of quantitative and qualitative methodologies – which means there may be phases/stages to the study. These tend to answer questions from different perspectives. Here are some examples of sequential research;</a:t>
            </a:r>
          </a:p>
          <a:p>
            <a:pPr lvl="1"/>
            <a:r>
              <a:rPr lang="en-AU" sz="1800" dirty="0"/>
              <a:t>Quantitative        Qualitative: (What followed by Why?)</a:t>
            </a:r>
          </a:p>
          <a:p>
            <a:pPr lvl="1"/>
            <a:r>
              <a:rPr lang="en-AU" sz="1800" dirty="0"/>
              <a:t>Qualitative           Quantitative: (Context followed by generalisability?)</a:t>
            </a:r>
          </a:p>
          <a:p>
            <a:endParaRPr lang="en-AU" sz="2200" dirty="0"/>
          </a:p>
          <a:p>
            <a:endParaRPr lang="en-AU" sz="2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38371B-198F-84A7-6C95-0D400925A4A4}"/>
              </a:ext>
            </a:extLst>
          </p:cNvPr>
          <p:cNvCxnSpPr/>
          <p:nvPr/>
        </p:nvCxnSpPr>
        <p:spPr>
          <a:xfrm>
            <a:off x="7353301" y="4737100"/>
            <a:ext cx="25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08135F-2CAA-7CD5-8C0A-B06C1B4A05ED}"/>
              </a:ext>
            </a:extLst>
          </p:cNvPr>
          <p:cNvCxnSpPr/>
          <p:nvPr/>
        </p:nvCxnSpPr>
        <p:spPr>
          <a:xfrm>
            <a:off x="7226301" y="5050368"/>
            <a:ext cx="25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2CA3EBF-3B47-5154-12AC-030310647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317" y="5518587"/>
            <a:ext cx="2530059" cy="11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3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789D-8B3B-4BC8-5FBE-581C4622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AU" sz="3600"/>
              <a:t>What are the challenges of Mixed-Methods</a:t>
            </a:r>
          </a:p>
        </p:txBody>
      </p:sp>
      <p:pic>
        <p:nvPicPr>
          <p:cNvPr id="4" name="Picture 3" descr="Many question marks on black background">
            <a:extLst>
              <a:ext uri="{FF2B5EF4-FFF2-40B4-BE49-F238E27FC236}">
                <a16:creationId xmlns:a16="http://schemas.microsoft.com/office/drawing/2014/main" id="{E7F6430C-EEDA-E5AF-0DEC-73BB33E4ED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391" b="17716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31B2E-3291-5C94-6A8B-96E5C7AEB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AU" sz="2400" dirty="0"/>
              <a:t>Resourcing </a:t>
            </a:r>
          </a:p>
          <a:p>
            <a:r>
              <a:rPr lang="en-AU" sz="2400" dirty="0"/>
              <a:t>Approaches are not always complementary</a:t>
            </a:r>
          </a:p>
          <a:p>
            <a:r>
              <a:rPr lang="en-AU" sz="2400" dirty="0"/>
              <a:t>Potential lack of focus</a:t>
            </a:r>
          </a:p>
        </p:txBody>
      </p:sp>
    </p:spTree>
    <p:extLst>
      <p:ext uri="{BB962C8B-B14F-4D97-AF65-F5344CB8AC3E}">
        <p14:creationId xmlns:p14="http://schemas.microsoft.com/office/powerpoint/2010/main" val="1404925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2B7B-0141-FC66-ED15-937C72DA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3800" b="1" dirty="0"/>
              <a:t>Some Key Important Considerations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5D5E0158-98F9-AC55-7208-7D2A748D62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29" r="4537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8956-FB33-44F1-A1E6-C26AE2E0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818038" cy="3483864"/>
          </a:xfrm>
        </p:spPr>
        <p:txBody>
          <a:bodyPr>
            <a:normAutofit/>
          </a:bodyPr>
          <a:lstStyle/>
          <a:p>
            <a:r>
              <a:rPr lang="en-AU" dirty="0"/>
              <a:t>Validity (Construct, Criterion, Content, Face) vs Appropriateness</a:t>
            </a:r>
          </a:p>
          <a:p>
            <a:r>
              <a:rPr lang="en-AU" dirty="0"/>
              <a:t>Reliability (aka Repeatability, Inter-rater, Intra-rater) vs Consistency</a:t>
            </a:r>
          </a:p>
          <a:p>
            <a:r>
              <a:rPr lang="en-AU" dirty="0"/>
              <a:t>Generalisability (across other contexts)</a:t>
            </a:r>
            <a:endParaRPr lang="en-AU" sz="2200" dirty="0"/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4077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5CEB881-4406-5A35-3CD6-AEAA9430D1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2891314"/>
              </p:ext>
            </p:extLst>
          </p:nvPr>
        </p:nvGraphicFramePr>
        <p:xfrm>
          <a:off x="2032000" y="159250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8AB92FE-FAB8-EE37-6DFC-5A89E6F58804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Research Proposal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58CCA-C028-D2EE-379A-92AF87B4AB4C}"/>
              </a:ext>
            </a:extLst>
          </p:cNvPr>
          <p:cNvSpPr txBox="1"/>
          <p:nvPr/>
        </p:nvSpPr>
        <p:spPr>
          <a:xfrm>
            <a:off x="9116292" y="5140036"/>
            <a:ext cx="2770908" cy="9541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GenAI literature review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F06A7C-DC5E-14DC-EEDD-8F5F055F2F53}"/>
              </a:ext>
            </a:extLst>
          </p:cNvPr>
          <p:cNvCxnSpPr/>
          <p:nvPr/>
        </p:nvCxnSpPr>
        <p:spPr>
          <a:xfrm flipH="1" flipV="1">
            <a:off x="8091055" y="5126182"/>
            <a:ext cx="1011381" cy="471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906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4983-34F7-93C2-24AB-5A7A97A9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Proposal Appendix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24445-5201-D296-FDD2-F057477B1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RIOT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F18D-803E-EB2B-AAE1-4C16F55CA8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110000"/>
              </a:lnSpc>
            </a:pPr>
            <a:r>
              <a:rPr lang="en-US" dirty="0"/>
              <a:t>Complete training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Must show name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Convert certificate into an image and add to your appendix</a:t>
            </a:r>
          </a:p>
          <a:p>
            <a:pPr lvl="1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4E831D-7E20-43B5-DB12-89C42421A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LLM-generated literature review + reflection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18EA3-8F63-ED5B-A712-6B9EA8EAFB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dirty="0"/>
              <a:t>Can use ChatGPT, Claude, Gemini, Mistral, etc.</a:t>
            </a:r>
          </a:p>
          <a:p>
            <a:pPr lvl="1"/>
            <a:r>
              <a:rPr lang="en-US" dirty="0"/>
              <a:t>Prompt using your own research question, asking it to generate a literature review</a:t>
            </a:r>
          </a:p>
          <a:p>
            <a:pPr lvl="1"/>
            <a:r>
              <a:rPr lang="en-US" dirty="0"/>
              <a:t>Provide 100-word reflection on the difference between your literature review and ChatGPT results</a:t>
            </a:r>
          </a:p>
          <a:p>
            <a:pPr lvl="1"/>
            <a:r>
              <a:rPr lang="en-US" dirty="0"/>
              <a:t>Include prompt in appendix</a:t>
            </a:r>
          </a:p>
          <a:p>
            <a:pPr lvl="1"/>
            <a:r>
              <a:rPr lang="en-US" dirty="0"/>
              <a:t>Include generated output </a:t>
            </a:r>
          </a:p>
          <a:p>
            <a:pPr lvl="2"/>
            <a:r>
              <a:rPr lang="en-US" dirty="0"/>
              <a:t>Screenshot preferred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36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3450F3-B27F-0277-53F8-1858381DC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28587"/>
            <a:ext cx="12192001" cy="6200824"/>
          </a:xfrm>
          <a:prstGeom prst="rect">
            <a:avLst/>
          </a:prstGeom>
        </p:spPr>
      </p:pic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255E6A42-6F41-80DA-F696-37179D4980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3054" y="2564739"/>
            <a:ext cx="914400" cy="914400"/>
          </a:xfrm>
          <a:prstGeom prst="rect">
            <a:avLst/>
          </a:prstGeom>
        </p:spPr>
      </p:pic>
      <p:pic>
        <p:nvPicPr>
          <p:cNvPr id="7" name="Graphic 6" descr="Badge with solid fill">
            <a:extLst>
              <a:ext uri="{FF2B5EF4-FFF2-40B4-BE49-F238E27FC236}">
                <a16:creationId xmlns:a16="http://schemas.microsoft.com/office/drawing/2014/main" id="{1DD07E44-E17C-6B40-3571-B7D41E154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600" y="1059872"/>
            <a:ext cx="914400" cy="914400"/>
          </a:xfrm>
          <a:prstGeom prst="rect">
            <a:avLst/>
          </a:prstGeom>
        </p:spPr>
      </p:pic>
      <p:pic>
        <p:nvPicPr>
          <p:cNvPr id="9" name="Graphic 8" descr="Badge 3 with solid fill">
            <a:extLst>
              <a:ext uri="{FF2B5EF4-FFF2-40B4-BE49-F238E27FC236}">
                <a16:creationId xmlns:a16="http://schemas.microsoft.com/office/drawing/2014/main" id="{7DA48CB1-7CF7-D663-69FA-8C4D4FBA0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2127" y="2107539"/>
            <a:ext cx="914400" cy="91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FE921A-53CE-A572-E1AE-0295C8B83DDF}"/>
              </a:ext>
            </a:extLst>
          </p:cNvPr>
          <p:cNvSpPr/>
          <p:nvPr/>
        </p:nvSpPr>
        <p:spPr>
          <a:xfrm>
            <a:off x="3726873" y="3021939"/>
            <a:ext cx="7426036" cy="3507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F41E63-9C66-7567-5D0B-E2F14DCF1B85}"/>
              </a:ext>
            </a:extLst>
          </p:cNvPr>
          <p:cNvCxnSpPr>
            <a:cxnSpLocks/>
          </p:cNvCxnSpPr>
          <p:nvPr/>
        </p:nvCxnSpPr>
        <p:spPr>
          <a:xfrm flipH="1">
            <a:off x="997527" y="3021939"/>
            <a:ext cx="387928" cy="22695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19FC83-B977-88F8-84A6-C5B5277CB502}"/>
              </a:ext>
            </a:extLst>
          </p:cNvPr>
          <p:cNvCxnSpPr>
            <a:cxnSpLocks/>
          </p:cNvCxnSpPr>
          <p:nvPr/>
        </p:nvCxnSpPr>
        <p:spPr>
          <a:xfrm flipH="1">
            <a:off x="4281055" y="1561787"/>
            <a:ext cx="1025236" cy="1838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0A23F3-3DEC-27FD-731E-7E50EE66FA0F}"/>
              </a:ext>
            </a:extLst>
          </p:cNvPr>
          <p:cNvCxnSpPr>
            <a:cxnSpLocks/>
          </p:cNvCxnSpPr>
          <p:nvPr/>
        </p:nvCxnSpPr>
        <p:spPr>
          <a:xfrm>
            <a:off x="11589327" y="3021939"/>
            <a:ext cx="0" cy="407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486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9378-41A5-7051-B265-2DBC0B61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3025-6B12-C1F7-180C-FE079E418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GenAI and Your Research Proposal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00AC4-D94D-243B-3E65-B947EA74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4C01F-CEB4-6EA0-06E7-B6C2079180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Editing your writing</a:t>
            </a:r>
          </a:p>
          <a:p>
            <a:pPr>
              <a:lnSpc>
                <a:spcPct val="110000"/>
              </a:lnSpc>
            </a:pPr>
            <a:r>
              <a:rPr lang="en-US" dirty="0"/>
              <a:t>Outline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Declare AI Use!!!!</a:t>
            </a:r>
          </a:p>
          <a:p>
            <a:pPr>
              <a:lnSpc>
                <a:spcPct val="110000"/>
              </a:lnSpc>
            </a:pPr>
            <a:r>
              <a:rPr lang="en-US" dirty="0"/>
              <a:t>Specific tools used</a:t>
            </a:r>
          </a:p>
          <a:p>
            <a:pPr>
              <a:lnSpc>
                <a:spcPct val="110000"/>
              </a:lnSpc>
            </a:pPr>
            <a:r>
              <a:rPr lang="en-US" dirty="0"/>
              <a:t>Prompt used</a:t>
            </a:r>
          </a:p>
          <a:p>
            <a:pPr>
              <a:lnSpc>
                <a:spcPct val="110000"/>
              </a:lnSpc>
            </a:pPr>
            <a:r>
              <a:rPr lang="en-US" dirty="0"/>
              <a:t>How outputs were used</a:t>
            </a:r>
          </a:p>
          <a:p>
            <a:pPr lvl="1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714DF0-7D83-0202-2EBF-FB94B4A60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Donts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388C7-2FAF-749C-50CF-E6AD312379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articles</a:t>
            </a:r>
          </a:p>
          <a:p>
            <a:r>
              <a:rPr lang="en-US" dirty="0"/>
              <a:t>Synthesize the literature</a:t>
            </a:r>
          </a:p>
          <a:p>
            <a:r>
              <a:rPr lang="en-US" dirty="0"/>
              <a:t>Writing your proposal</a:t>
            </a:r>
          </a:p>
          <a:p>
            <a:r>
              <a:rPr lang="en-US" dirty="0"/>
              <a:t>Referencing </a:t>
            </a:r>
          </a:p>
          <a:p>
            <a:r>
              <a:rPr lang="en-US" dirty="0"/>
              <a:t>Brainstorming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31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789D-8B3B-4BC8-5FBE-581C4622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sz="5400" dirty="0"/>
              <a:t>Writing your Methodology Section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31B2E-3291-5C94-6A8B-96E5C7AEB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AU" sz="2200" dirty="0"/>
              <a:t>Who is your target SAMPLE?</a:t>
            </a:r>
          </a:p>
          <a:p>
            <a:r>
              <a:rPr lang="en-AU" sz="2200" dirty="0"/>
              <a:t>What is the nature of your Research Question?</a:t>
            </a:r>
          </a:p>
          <a:p>
            <a:r>
              <a:rPr lang="en-AU" sz="2200" dirty="0"/>
              <a:t>Does is require breadth or depth in terms of questions?</a:t>
            </a:r>
          </a:p>
          <a:p>
            <a:r>
              <a:rPr lang="en-AU" sz="2200" dirty="0"/>
              <a:t>Is there an existing tool (if you are using quantitative methods)?</a:t>
            </a:r>
          </a:p>
          <a:p>
            <a:r>
              <a:rPr lang="en-AU" sz="2200" dirty="0"/>
              <a:t>What research ethics considerations apply?</a:t>
            </a:r>
          </a:p>
          <a:p>
            <a:r>
              <a:rPr lang="en-AU" sz="2200" dirty="0"/>
              <a:t>So, What is your Research Methods (what might you do?)</a:t>
            </a:r>
          </a:p>
          <a:p>
            <a:r>
              <a:rPr lang="en-AU" sz="2200" dirty="0"/>
              <a:t>How will you analyse?</a:t>
            </a:r>
          </a:p>
          <a:p>
            <a:r>
              <a:rPr lang="en-AU" sz="2200" dirty="0"/>
              <a:t>What do you hope to discover?</a:t>
            </a:r>
          </a:p>
          <a:p>
            <a:r>
              <a:rPr lang="en-AU" sz="2200" dirty="0"/>
              <a:t>Importance (Practical Implications) vs Significance (Theoretical Contributions)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05499-F459-605E-D527-23B3ED3A2426}"/>
              </a:ext>
            </a:extLst>
          </p:cNvPr>
          <p:cNvSpPr txBox="1"/>
          <p:nvPr/>
        </p:nvSpPr>
        <p:spPr>
          <a:xfrm>
            <a:off x="7170544" y="4534296"/>
            <a:ext cx="4617339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Discussion Time:</a:t>
            </a:r>
            <a:r>
              <a:rPr lang="en-AU" dirty="0">
                <a:solidFill>
                  <a:schemeClr val="bg1"/>
                </a:solidFill>
              </a:rPr>
              <a:t> </a:t>
            </a:r>
          </a:p>
          <a:p>
            <a:r>
              <a:rPr lang="en-AU" dirty="0"/>
              <a:t>What References do you need?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4ED14C-2052-28E6-46BB-DEDD70C2B2B3}"/>
              </a:ext>
            </a:extLst>
          </p:cNvPr>
          <p:cNvSpPr/>
          <p:nvPr/>
        </p:nvSpPr>
        <p:spPr>
          <a:xfrm>
            <a:off x="-504825" y="1390650"/>
            <a:ext cx="45719" cy="53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86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1017</Words>
  <Application>Microsoft Macintosh PowerPoint</Application>
  <PresentationFormat>Widescreen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Gill Sans MT</vt:lpstr>
      <vt:lpstr>Lato Extended</vt:lpstr>
      <vt:lpstr>Office Theme</vt:lpstr>
      <vt:lpstr>ISYS90118: Research Methodologies</vt:lpstr>
      <vt:lpstr>Skills for IS Research and Development: Today’s Lecture</vt:lpstr>
      <vt:lpstr>Let’s Start Here: Some Important Distinctions about Types of Research</vt:lpstr>
      <vt:lpstr>What is Qualitative Research?</vt:lpstr>
      <vt:lpstr>What are characteristics of Qualitative Methods?</vt:lpstr>
      <vt:lpstr>Different Qualitative Methods</vt:lpstr>
      <vt:lpstr>Qualitative Methods</vt:lpstr>
      <vt:lpstr>Analysis in Qualitative Methods</vt:lpstr>
      <vt:lpstr>What is Quantitative Research?</vt:lpstr>
      <vt:lpstr>What are characteristics of Quantitative Research?</vt:lpstr>
      <vt:lpstr>Different Quantitative Methods</vt:lpstr>
      <vt:lpstr>Analysis in Quantitative Methods</vt:lpstr>
      <vt:lpstr>What are Mixed Methods?</vt:lpstr>
      <vt:lpstr>What are the challenges of Mixed-Methods</vt:lpstr>
      <vt:lpstr>Some Key Important Considerations</vt:lpstr>
      <vt:lpstr>PowerPoint Presentation</vt:lpstr>
      <vt:lpstr>Research Proposal Appendix</vt:lpstr>
      <vt:lpstr>PowerPoint Presentation</vt:lpstr>
      <vt:lpstr>Using GenAI and Your Research Proposal</vt:lpstr>
      <vt:lpstr>Writing your Methodology Section</vt:lpstr>
    </vt:vector>
  </TitlesOfParts>
  <Company>The University of Melbourne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Portfolio</dc:title>
  <dc:creator>Shanton Chang</dc:creator>
  <cp:lastModifiedBy>Rashika Bahl</cp:lastModifiedBy>
  <cp:revision>13</cp:revision>
  <dcterms:created xsi:type="dcterms:W3CDTF">2022-11-27T23:53:32Z</dcterms:created>
  <dcterms:modified xsi:type="dcterms:W3CDTF">2026-09-08T02:23:44Z</dcterms:modified>
</cp:coreProperties>
</file>